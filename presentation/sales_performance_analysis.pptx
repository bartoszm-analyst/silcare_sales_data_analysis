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70" r:id="rId6"/>
    <p:sldId id="271" r:id="rId7"/>
    <p:sldId id="272" r:id="rId8"/>
    <p:sldId id="266" r:id="rId9"/>
    <p:sldId id="267" r:id="rId10"/>
    <p:sldId id="268" r:id="rId11"/>
    <p:sldId id="269" r:id="rId12"/>
    <p:sldId id="263" r:id="rId13"/>
    <p:sldId id="264" r:id="rId14"/>
    <p:sldId id="27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28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AF09F0-AF44-48AF-B152-99882616823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B09984D-A545-435F-B5D5-A5BF99594C40}">
      <dgm:prSet/>
      <dgm:spPr/>
      <dgm:t>
        <a:bodyPr/>
        <a:lstStyle/>
        <a:p>
          <a:pPr>
            <a:defRPr cap="all"/>
          </a:pPr>
          <a:r>
            <a:rPr lang="en-US" noProof="0" dirty="0"/>
            <a:t>Autor: </a:t>
          </a:r>
        </a:p>
        <a:p>
          <a:pPr>
            <a:defRPr cap="all"/>
          </a:pPr>
          <a:r>
            <a:rPr lang="en-US" noProof="0" dirty="0"/>
            <a:t>Batosz Majka</a:t>
          </a:r>
        </a:p>
      </dgm:t>
    </dgm:pt>
    <dgm:pt modelId="{E8ED4AC3-D61F-4C4F-B156-9E871F9ABA2C}" type="parTrans" cxnId="{EC22D549-C07F-4A8A-906F-78DFE7F41D5A}">
      <dgm:prSet/>
      <dgm:spPr/>
      <dgm:t>
        <a:bodyPr/>
        <a:lstStyle/>
        <a:p>
          <a:endParaRPr lang="en-US"/>
        </a:p>
      </dgm:t>
    </dgm:pt>
    <dgm:pt modelId="{544CF7CE-F1B0-4BE5-B767-762C73A3EFD2}" type="sibTrans" cxnId="{EC22D549-C07F-4A8A-906F-78DFE7F41D5A}">
      <dgm:prSet/>
      <dgm:spPr/>
      <dgm:t>
        <a:bodyPr/>
        <a:lstStyle/>
        <a:p>
          <a:endParaRPr lang="en-US"/>
        </a:p>
      </dgm:t>
    </dgm:pt>
    <dgm:pt modelId="{52A5D510-7B0E-4EFB-96C3-B28ADCAC3D90}">
      <dgm:prSet/>
      <dgm:spPr/>
      <dgm:t>
        <a:bodyPr/>
        <a:lstStyle/>
        <a:p>
          <a:pPr>
            <a:defRPr cap="all"/>
          </a:pPr>
          <a:r>
            <a:rPr lang="en-US" noProof="0" dirty="0" err="1"/>
            <a:t>Prezentacja</a:t>
          </a:r>
          <a:r>
            <a:rPr lang="en-US" noProof="0" dirty="0"/>
            <a:t> </a:t>
          </a:r>
          <a:r>
            <a:rPr lang="en-US" noProof="0" dirty="0" err="1"/>
            <a:t>kompetencji</a:t>
          </a:r>
          <a:r>
            <a:rPr lang="en-US" noProof="0" dirty="0"/>
            <a:t> </a:t>
          </a:r>
          <a:r>
            <a:rPr lang="en-US" noProof="0" dirty="0" err="1"/>
            <a:t>analitycznych</a:t>
          </a:r>
          <a:endParaRPr lang="en-US" noProof="0" dirty="0"/>
        </a:p>
      </dgm:t>
    </dgm:pt>
    <dgm:pt modelId="{A0F574E6-F952-4DEC-96E3-EA4EB21261E0}" type="parTrans" cxnId="{CC308FB2-E93D-4FD9-AB8C-E7EB226041D7}">
      <dgm:prSet/>
      <dgm:spPr/>
      <dgm:t>
        <a:bodyPr/>
        <a:lstStyle/>
        <a:p>
          <a:endParaRPr lang="en-US"/>
        </a:p>
      </dgm:t>
    </dgm:pt>
    <dgm:pt modelId="{F48EE3D6-7B14-467F-AC3D-B1629A2480F2}" type="sibTrans" cxnId="{CC308FB2-E93D-4FD9-AB8C-E7EB226041D7}">
      <dgm:prSet/>
      <dgm:spPr/>
      <dgm:t>
        <a:bodyPr/>
        <a:lstStyle/>
        <a:p>
          <a:endParaRPr lang="en-US"/>
        </a:p>
      </dgm:t>
    </dgm:pt>
    <dgm:pt modelId="{4776563C-F308-4407-B814-18330ADCC854}" type="pres">
      <dgm:prSet presAssocID="{ABAF09F0-AF44-48AF-B152-998826168234}" presName="root" presStyleCnt="0">
        <dgm:presLayoutVars>
          <dgm:dir/>
          <dgm:resizeHandles val="exact"/>
        </dgm:presLayoutVars>
      </dgm:prSet>
      <dgm:spPr/>
    </dgm:pt>
    <dgm:pt modelId="{F122ED0C-C38F-439A-A73C-9E85E217AE29}" type="pres">
      <dgm:prSet presAssocID="{EB09984D-A545-435F-B5D5-A5BF99594C40}" presName="compNode" presStyleCnt="0"/>
      <dgm:spPr/>
    </dgm:pt>
    <dgm:pt modelId="{7E011C95-1B3B-4469-B837-79E8673A4C51}" type="pres">
      <dgm:prSet presAssocID="{EB09984D-A545-435F-B5D5-A5BF99594C40}" presName="iconBgRect" presStyleLbl="bgShp" presStyleIdx="0" presStyleCnt="2"/>
      <dgm:spPr/>
    </dgm:pt>
    <dgm:pt modelId="{B278111D-9876-498A-8C0A-9509ED6CA407}" type="pres">
      <dgm:prSet presAssocID="{EB09984D-A545-435F-B5D5-A5BF99594C4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łówek"/>
        </a:ext>
      </dgm:extLst>
    </dgm:pt>
    <dgm:pt modelId="{418421E9-2C38-4347-A605-0103FEB117CB}" type="pres">
      <dgm:prSet presAssocID="{EB09984D-A545-435F-B5D5-A5BF99594C40}" presName="spaceRect" presStyleCnt="0"/>
      <dgm:spPr/>
    </dgm:pt>
    <dgm:pt modelId="{1F5EBB14-1D9D-4F7E-92D8-249855952CD1}" type="pres">
      <dgm:prSet presAssocID="{EB09984D-A545-435F-B5D5-A5BF99594C40}" presName="textRect" presStyleLbl="revTx" presStyleIdx="0" presStyleCnt="2">
        <dgm:presLayoutVars>
          <dgm:chMax val="1"/>
          <dgm:chPref val="1"/>
        </dgm:presLayoutVars>
      </dgm:prSet>
      <dgm:spPr/>
    </dgm:pt>
    <dgm:pt modelId="{FD15C1B4-50EF-412C-B64E-11705EBB3840}" type="pres">
      <dgm:prSet presAssocID="{544CF7CE-F1B0-4BE5-B767-762C73A3EFD2}" presName="sibTrans" presStyleCnt="0"/>
      <dgm:spPr/>
    </dgm:pt>
    <dgm:pt modelId="{AA9BA333-DE82-48F0-8ECF-141022E65432}" type="pres">
      <dgm:prSet presAssocID="{52A5D510-7B0E-4EFB-96C3-B28ADCAC3D90}" presName="compNode" presStyleCnt="0"/>
      <dgm:spPr/>
    </dgm:pt>
    <dgm:pt modelId="{C821A486-9EC9-496D-B9FF-1350C3011A13}" type="pres">
      <dgm:prSet presAssocID="{52A5D510-7B0E-4EFB-96C3-B28ADCAC3D90}" presName="iconBgRect" presStyleLbl="bgShp" presStyleIdx="1" presStyleCnt="2"/>
      <dgm:spPr/>
    </dgm:pt>
    <dgm:pt modelId="{21BD0E66-6537-475D-8F34-2842D4C9108C}" type="pres">
      <dgm:prSet presAssocID="{52A5D510-7B0E-4EFB-96C3-B28ADCAC3D9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C2A8FB3-3A4C-46DA-94E7-EC31F232E053}" type="pres">
      <dgm:prSet presAssocID="{52A5D510-7B0E-4EFB-96C3-B28ADCAC3D90}" presName="spaceRect" presStyleCnt="0"/>
      <dgm:spPr/>
    </dgm:pt>
    <dgm:pt modelId="{CF45B20F-1AA0-40DD-AFC3-CB2DA29FF6BA}" type="pres">
      <dgm:prSet presAssocID="{52A5D510-7B0E-4EFB-96C3-B28ADCAC3D9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91F8A04-3893-49AE-89E8-1107F2988269}" type="presOf" srcId="{52A5D510-7B0E-4EFB-96C3-B28ADCAC3D90}" destId="{CF45B20F-1AA0-40DD-AFC3-CB2DA29FF6BA}" srcOrd="0" destOrd="0" presId="urn:microsoft.com/office/officeart/2018/5/layout/IconCircleLabelList"/>
    <dgm:cxn modelId="{EC22D549-C07F-4A8A-906F-78DFE7F41D5A}" srcId="{ABAF09F0-AF44-48AF-B152-998826168234}" destId="{EB09984D-A545-435F-B5D5-A5BF99594C40}" srcOrd="0" destOrd="0" parTransId="{E8ED4AC3-D61F-4C4F-B156-9E871F9ABA2C}" sibTransId="{544CF7CE-F1B0-4BE5-B767-762C73A3EFD2}"/>
    <dgm:cxn modelId="{2BD49879-E55C-4DA5-A1AE-FCC53382E2D0}" type="presOf" srcId="{ABAF09F0-AF44-48AF-B152-998826168234}" destId="{4776563C-F308-4407-B814-18330ADCC854}" srcOrd="0" destOrd="0" presId="urn:microsoft.com/office/officeart/2018/5/layout/IconCircleLabelList"/>
    <dgm:cxn modelId="{27E99992-0D03-4206-9966-EBA8E8E1CF98}" type="presOf" srcId="{EB09984D-A545-435F-B5D5-A5BF99594C40}" destId="{1F5EBB14-1D9D-4F7E-92D8-249855952CD1}" srcOrd="0" destOrd="0" presId="urn:microsoft.com/office/officeart/2018/5/layout/IconCircleLabelList"/>
    <dgm:cxn modelId="{CC308FB2-E93D-4FD9-AB8C-E7EB226041D7}" srcId="{ABAF09F0-AF44-48AF-B152-998826168234}" destId="{52A5D510-7B0E-4EFB-96C3-B28ADCAC3D90}" srcOrd="1" destOrd="0" parTransId="{A0F574E6-F952-4DEC-96E3-EA4EB21261E0}" sibTransId="{F48EE3D6-7B14-467F-AC3D-B1629A2480F2}"/>
    <dgm:cxn modelId="{BE37C357-ECDB-46F8-A81C-5DD5E1A2FFD8}" type="presParOf" srcId="{4776563C-F308-4407-B814-18330ADCC854}" destId="{F122ED0C-C38F-439A-A73C-9E85E217AE29}" srcOrd="0" destOrd="0" presId="urn:microsoft.com/office/officeart/2018/5/layout/IconCircleLabelList"/>
    <dgm:cxn modelId="{812A1F3B-E079-4D8B-9404-8939BF7B3AA6}" type="presParOf" srcId="{F122ED0C-C38F-439A-A73C-9E85E217AE29}" destId="{7E011C95-1B3B-4469-B837-79E8673A4C51}" srcOrd="0" destOrd="0" presId="urn:microsoft.com/office/officeart/2018/5/layout/IconCircleLabelList"/>
    <dgm:cxn modelId="{24D2545C-A923-4B66-BA93-5991BF21525D}" type="presParOf" srcId="{F122ED0C-C38F-439A-A73C-9E85E217AE29}" destId="{B278111D-9876-498A-8C0A-9509ED6CA407}" srcOrd="1" destOrd="0" presId="urn:microsoft.com/office/officeart/2018/5/layout/IconCircleLabelList"/>
    <dgm:cxn modelId="{349F7006-1C0F-4B1B-942A-C513E47193AE}" type="presParOf" srcId="{F122ED0C-C38F-439A-A73C-9E85E217AE29}" destId="{418421E9-2C38-4347-A605-0103FEB117CB}" srcOrd="2" destOrd="0" presId="urn:microsoft.com/office/officeart/2018/5/layout/IconCircleLabelList"/>
    <dgm:cxn modelId="{81907656-E92B-4F6D-BA3F-A614B9C628FB}" type="presParOf" srcId="{F122ED0C-C38F-439A-A73C-9E85E217AE29}" destId="{1F5EBB14-1D9D-4F7E-92D8-249855952CD1}" srcOrd="3" destOrd="0" presId="urn:microsoft.com/office/officeart/2018/5/layout/IconCircleLabelList"/>
    <dgm:cxn modelId="{994464DC-1572-48BA-B996-4B522C1D6895}" type="presParOf" srcId="{4776563C-F308-4407-B814-18330ADCC854}" destId="{FD15C1B4-50EF-412C-B64E-11705EBB3840}" srcOrd="1" destOrd="0" presId="urn:microsoft.com/office/officeart/2018/5/layout/IconCircleLabelList"/>
    <dgm:cxn modelId="{BC2FE2C3-3298-4FBE-A480-2333A3E590AF}" type="presParOf" srcId="{4776563C-F308-4407-B814-18330ADCC854}" destId="{AA9BA333-DE82-48F0-8ECF-141022E65432}" srcOrd="2" destOrd="0" presId="urn:microsoft.com/office/officeart/2018/5/layout/IconCircleLabelList"/>
    <dgm:cxn modelId="{F779115D-1AD1-47B9-952F-DD846197CDAE}" type="presParOf" srcId="{AA9BA333-DE82-48F0-8ECF-141022E65432}" destId="{C821A486-9EC9-496D-B9FF-1350C3011A13}" srcOrd="0" destOrd="0" presId="urn:microsoft.com/office/officeart/2018/5/layout/IconCircleLabelList"/>
    <dgm:cxn modelId="{43966216-9858-4DE4-8EEB-1C7DBD2F0C60}" type="presParOf" srcId="{AA9BA333-DE82-48F0-8ECF-141022E65432}" destId="{21BD0E66-6537-475D-8F34-2842D4C9108C}" srcOrd="1" destOrd="0" presId="urn:microsoft.com/office/officeart/2018/5/layout/IconCircleLabelList"/>
    <dgm:cxn modelId="{5BEF219C-601D-4867-AF22-C1A751C75CC8}" type="presParOf" srcId="{AA9BA333-DE82-48F0-8ECF-141022E65432}" destId="{AC2A8FB3-3A4C-46DA-94E7-EC31F232E053}" srcOrd="2" destOrd="0" presId="urn:microsoft.com/office/officeart/2018/5/layout/IconCircleLabelList"/>
    <dgm:cxn modelId="{45517CF4-E6AD-49EC-A280-D4106CE6D799}" type="presParOf" srcId="{AA9BA333-DE82-48F0-8ECF-141022E65432}" destId="{CF45B20F-1AA0-40DD-AFC3-CB2DA29FF6B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80DAE0-8B19-4836-8A0A-F62AF987E27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E6B8365-0610-4ABA-AC74-F451F341C36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noProof="0" dirty="0"/>
            <a:t>• </a:t>
          </a:r>
          <a:r>
            <a:rPr lang="pl-PL" noProof="0" dirty="0"/>
            <a:t>Zaprojektowanie</a:t>
          </a:r>
          <a:r>
            <a:rPr lang="en-US" noProof="0" dirty="0"/>
            <a:t> </a:t>
          </a:r>
          <a:r>
            <a:rPr lang="en-US" noProof="0" dirty="0" err="1"/>
            <a:t>hurtowni</a:t>
          </a:r>
          <a:r>
            <a:rPr lang="en-US" noProof="0" dirty="0"/>
            <a:t> </a:t>
          </a:r>
          <a:r>
            <a:rPr lang="en-US" noProof="0" dirty="0" err="1"/>
            <a:t>danych</a:t>
          </a:r>
          <a:r>
            <a:rPr lang="en-US" noProof="0" dirty="0"/>
            <a:t> </a:t>
          </a:r>
          <a:r>
            <a:rPr lang="en-US" noProof="0" dirty="0" err="1"/>
            <a:t>sprzedażowych</a:t>
          </a:r>
          <a:endParaRPr lang="en-US" noProof="0" dirty="0"/>
        </a:p>
      </dgm:t>
    </dgm:pt>
    <dgm:pt modelId="{122247DA-9642-4AFE-8324-64BDA5B8E4DC}" type="parTrans" cxnId="{DD4BB0E6-7CD3-4D43-A3BA-C1DFA7D16548}">
      <dgm:prSet/>
      <dgm:spPr/>
      <dgm:t>
        <a:bodyPr/>
        <a:lstStyle/>
        <a:p>
          <a:endParaRPr lang="en-US"/>
        </a:p>
      </dgm:t>
    </dgm:pt>
    <dgm:pt modelId="{9127F6CE-9478-4F0A-A1C0-FF171CBEA463}" type="sibTrans" cxnId="{DD4BB0E6-7CD3-4D43-A3BA-C1DFA7D16548}">
      <dgm:prSet/>
      <dgm:spPr/>
      <dgm:t>
        <a:bodyPr/>
        <a:lstStyle/>
        <a:p>
          <a:endParaRPr lang="en-US"/>
        </a:p>
      </dgm:t>
    </dgm:pt>
    <dgm:pt modelId="{C043620B-24BD-4329-A4CE-04F86DFEF37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noProof="0" dirty="0"/>
            <a:t>• </a:t>
          </a:r>
          <a:r>
            <a:rPr lang="en-US" noProof="0" dirty="0" err="1"/>
            <a:t>wizualizacja</a:t>
          </a:r>
          <a:r>
            <a:rPr lang="en-US" noProof="0" dirty="0"/>
            <a:t> </a:t>
          </a:r>
          <a:r>
            <a:rPr lang="en-US" noProof="0" dirty="0" err="1"/>
            <a:t>danych</a:t>
          </a:r>
          <a:r>
            <a:rPr lang="en-US" noProof="0" dirty="0"/>
            <a:t> </a:t>
          </a:r>
          <a:r>
            <a:rPr lang="en-US" noProof="0" dirty="0" err="1"/>
            <a:t>biznesowych</a:t>
          </a:r>
          <a:endParaRPr lang="en-US" noProof="0" dirty="0"/>
        </a:p>
      </dgm:t>
    </dgm:pt>
    <dgm:pt modelId="{CEC2AC64-F542-4C88-8C14-ACFDBA814883}" type="parTrans" cxnId="{4E845F9D-03A1-42C9-B6E9-C812D4B70DD2}">
      <dgm:prSet/>
      <dgm:spPr/>
      <dgm:t>
        <a:bodyPr/>
        <a:lstStyle/>
        <a:p>
          <a:endParaRPr lang="en-US"/>
        </a:p>
      </dgm:t>
    </dgm:pt>
    <dgm:pt modelId="{FE2252FD-7978-4921-8505-168CB5914F0F}" type="sibTrans" cxnId="{4E845F9D-03A1-42C9-B6E9-C812D4B70DD2}">
      <dgm:prSet/>
      <dgm:spPr/>
      <dgm:t>
        <a:bodyPr/>
        <a:lstStyle/>
        <a:p>
          <a:endParaRPr lang="en-US"/>
        </a:p>
      </dgm:t>
    </dgm:pt>
    <dgm:pt modelId="{E7191EAA-5216-422D-B684-F2967694984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noProof="0" dirty="0"/>
            <a:t>• </a:t>
          </a:r>
          <a:r>
            <a:rPr lang="en-US" noProof="0" dirty="0" err="1"/>
            <a:t>Czyszczenie</a:t>
          </a:r>
          <a:r>
            <a:rPr lang="en-US" noProof="0" dirty="0"/>
            <a:t> </a:t>
          </a:r>
          <a:r>
            <a:rPr lang="en-US" noProof="0" dirty="0" err="1"/>
            <a:t>bazy</a:t>
          </a:r>
          <a:r>
            <a:rPr lang="en-US" noProof="0" dirty="0"/>
            <a:t> </a:t>
          </a:r>
          <a:r>
            <a:rPr lang="en-US" noProof="0" dirty="0" err="1"/>
            <a:t>danych</a:t>
          </a:r>
          <a:r>
            <a:rPr lang="en-US" noProof="0" dirty="0"/>
            <a:t>- power query</a:t>
          </a:r>
        </a:p>
      </dgm:t>
    </dgm:pt>
    <dgm:pt modelId="{A5FA464A-A40E-4441-8F4D-C47AC25A74D0}" type="sibTrans" cxnId="{F44D833E-8C96-4B92-B128-00A4FD5F147A}">
      <dgm:prSet/>
      <dgm:spPr/>
      <dgm:t>
        <a:bodyPr/>
        <a:lstStyle/>
        <a:p>
          <a:endParaRPr lang="en-US"/>
        </a:p>
      </dgm:t>
    </dgm:pt>
    <dgm:pt modelId="{0214FC12-B099-4F57-B7F7-9EE06992C8DF}" type="parTrans" cxnId="{F44D833E-8C96-4B92-B128-00A4FD5F147A}">
      <dgm:prSet/>
      <dgm:spPr/>
      <dgm:t>
        <a:bodyPr/>
        <a:lstStyle/>
        <a:p>
          <a:endParaRPr lang="en-US"/>
        </a:p>
      </dgm:t>
    </dgm:pt>
    <dgm:pt modelId="{17D68742-93A2-4928-BDA6-26384CD021ED}" type="pres">
      <dgm:prSet presAssocID="{C780DAE0-8B19-4836-8A0A-F62AF987E27D}" presName="root" presStyleCnt="0">
        <dgm:presLayoutVars>
          <dgm:dir/>
          <dgm:resizeHandles val="exact"/>
        </dgm:presLayoutVars>
      </dgm:prSet>
      <dgm:spPr/>
    </dgm:pt>
    <dgm:pt modelId="{DF8E8266-6152-419D-B7A5-D8D66BD3A3F9}" type="pres">
      <dgm:prSet presAssocID="{E7191EAA-5216-422D-B684-F2967694984C}" presName="compNode" presStyleCnt="0"/>
      <dgm:spPr/>
    </dgm:pt>
    <dgm:pt modelId="{7FF9ADB0-0213-418A-9C20-8C5557C60617}" type="pres">
      <dgm:prSet presAssocID="{E7191EAA-5216-422D-B684-F2967694984C}" presName="iconBgRect" presStyleLbl="bgShp" presStyleIdx="0" presStyleCnt="3"/>
      <dgm:spPr/>
    </dgm:pt>
    <dgm:pt modelId="{2D0CCAD6-AF1B-4179-AFC4-9DFD8F050EE1}" type="pres">
      <dgm:prSet presAssocID="{E7191EAA-5216-422D-B684-F2967694984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B5FE132D-D148-44E3-BBD6-CDDF98788868}" type="pres">
      <dgm:prSet presAssocID="{E7191EAA-5216-422D-B684-F2967694984C}" presName="spaceRect" presStyleCnt="0"/>
      <dgm:spPr/>
    </dgm:pt>
    <dgm:pt modelId="{A7A22A5B-B46B-4D1D-A242-2134D6B1BD86}" type="pres">
      <dgm:prSet presAssocID="{E7191EAA-5216-422D-B684-F2967694984C}" presName="textRect" presStyleLbl="revTx" presStyleIdx="0" presStyleCnt="3">
        <dgm:presLayoutVars>
          <dgm:chMax val="1"/>
          <dgm:chPref val="1"/>
        </dgm:presLayoutVars>
      </dgm:prSet>
      <dgm:spPr/>
    </dgm:pt>
    <dgm:pt modelId="{2F249569-D74A-404A-BB72-1BC79C6F8C8D}" type="pres">
      <dgm:prSet presAssocID="{A5FA464A-A40E-4441-8F4D-C47AC25A74D0}" presName="sibTrans" presStyleCnt="0"/>
      <dgm:spPr/>
    </dgm:pt>
    <dgm:pt modelId="{B0169BE2-C2F8-4B2F-905E-669D2D4A49F7}" type="pres">
      <dgm:prSet presAssocID="{6E6B8365-0610-4ABA-AC74-F451F341C360}" presName="compNode" presStyleCnt="0"/>
      <dgm:spPr/>
    </dgm:pt>
    <dgm:pt modelId="{E57A55F4-52EB-44F6-B1DA-4723FDB45D92}" type="pres">
      <dgm:prSet presAssocID="{6E6B8365-0610-4ABA-AC74-F451F341C360}" presName="iconBgRect" presStyleLbl="bgShp" presStyleIdx="1" presStyleCnt="3"/>
      <dgm:spPr/>
    </dgm:pt>
    <dgm:pt modelId="{6E8E7B6C-166F-4F6D-BF3C-BFCF3B4DE8C2}" type="pres">
      <dgm:prSet presAssocID="{6E6B8365-0610-4ABA-AC74-F451F341C36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zeszukiwanie inwentarza z wypełnieniem pełnym"/>
        </a:ext>
      </dgm:extLst>
    </dgm:pt>
    <dgm:pt modelId="{66E60914-B545-4004-A17B-ADDDB8B0A86C}" type="pres">
      <dgm:prSet presAssocID="{6E6B8365-0610-4ABA-AC74-F451F341C360}" presName="spaceRect" presStyleCnt="0"/>
      <dgm:spPr/>
    </dgm:pt>
    <dgm:pt modelId="{D3A658D9-0E18-4591-85E5-B86572029ABC}" type="pres">
      <dgm:prSet presAssocID="{6E6B8365-0610-4ABA-AC74-F451F341C360}" presName="textRect" presStyleLbl="revTx" presStyleIdx="1" presStyleCnt="3">
        <dgm:presLayoutVars>
          <dgm:chMax val="1"/>
          <dgm:chPref val="1"/>
        </dgm:presLayoutVars>
      </dgm:prSet>
      <dgm:spPr/>
    </dgm:pt>
    <dgm:pt modelId="{F88D82EB-521B-4AFC-BABE-DAAD15F15F2C}" type="pres">
      <dgm:prSet presAssocID="{9127F6CE-9478-4F0A-A1C0-FF171CBEA463}" presName="sibTrans" presStyleCnt="0"/>
      <dgm:spPr/>
    </dgm:pt>
    <dgm:pt modelId="{D93276E6-27BB-4F4C-8915-CF5156A2D603}" type="pres">
      <dgm:prSet presAssocID="{C043620B-24BD-4329-A4CE-04F86DFEF372}" presName="compNode" presStyleCnt="0"/>
      <dgm:spPr/>
    </dgm:pt>
    <dgm:pt modelId="{83906446-4AA9-4CAF-A757-E25C4C39BE67}" type="pres">
      <dgm:prSet presAssocID="{C043620B-24BD-4329-A4CE-04F86DFEF372}" presName="iconBgRect" presStyleLbl="bgShp" presStyleIdx="2" presStyleCnt="3"/>
      <dgm:spPr/>
    </dgm:pt>
    <dgm:pt modelId="{47DCB003-BD06-4195-AF1A-4632FE9F928B}" type="pres">
      <dgm:prSet presAssocID="{C043620B-24BD-4329-A4CE-04F86DFEF37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ykres słupkowy z trendem wzrostowym z wypełnieniem pełnym"/>
        </a:ext>
      </dgm:extLst>
    </dgm:pt>
    <dgm:pt modelId="{F98087CD-9D37-4ECA-A255-21CEF1CC9F72}" type="pres">
      <dgm:prSet presAssocID="{C043620B-24BD-4329-A4CE-04F86DFEF372}" presName="spaceRect" presStyleCnt="0"/>
      <dgm:spPr/>
    </dgm:pt>
    <dgm:pt modelId="{4056EE5B-A549-48B1-BF50-F97576EE020E}" type="pres">
      <dgm:prSet presAssocID="{C043620B-24BD-4329-A4CE-04F86DFEF37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44D833E-8C96-4B92-B128-00A4FD5F147A}" srcId="{C780DAE0-8B19-4836-8A0A-F62AF987E27D}" destId="{E7191EAA-5216-422D-B684-F2967694984C}" srcOrd="0" destOrd="0" parTransId="{0214FC12-B099-4F57-B7F7-9EE06992C8DF}" sibTransId="{A5FA464A-A40E-4441-8F4D-C47AC25A74D0}"/>
    <dgm:cxn modelId="{165F4147-33F4-4F98-9AF7-533198DCA027}" type="presOf" srcId="{6E6B8365-0610-4ABA-AC74-F451F341C360}" destId="{D3A658D9-0E18-4591-85E5-B86572029ABC}" srcOrd="0" destOrd="0" presId="urn:microsoft.com/office/officeart/2018/5/layout/IconCircleLabelList"/>
    <dgm:cxn modelId="{4E845F9D-03A1-42C9-B6E9-C812D4B70DD2}" srcId="{C780DAE0-8B19-4836-8A0A-F62AF987E27D}" destId="{C043620B-24BD-4329-A4CE-04F86DFEF372}" srcOrd="2" destOrd="0" parTransId="{CEC2AC64-F542-4C88-8C14-ACFDBA814883}" sibTransId="{FE2252FD-7978-4921-8505-168CB5914F0F}"/>
    <dgm:cxn modelId="{D92A8DA0-A8BE-4A8B-8544-C0F1F6135E46}" type="presOf" srcId="{E7191EAA-5216-422D-B684-F2967694984C}" destId="{A7A22A5B-B46B-4D1D-A242-2134D6B1BD86}" srcOrd="0" destOrd="0" presId="urn:microsoft.com/office/officeart/2018/5/layout/IconCircleLabelList"/>
    <dgm:cxn modelId="{A69A79E4-A202-458F-9B10-11F1EE2F6EF2}" type="presOf" srcId="{C043620B-24BD-4329-A4CE-04F86DFEF372}" destId="{4056EE5B-A549-48B1-BF50-F97576EE020E}" srcOrd="0" destOrd="0" presId="urn:microsoft.com/office/officeart/2018/5/layout/IconCircleLabelList"/>
    <dgm:cxn modelId="{DD4BB0E6-7CD3-4D43-A3BA-C1DFA7D16548}" srcId="{C780DAE0-8B19-4836-8A0A-F62AF987E27D}" destId="{6E6B8365-0610-4ABA-AC74-F451F341C360}" srcOrd="1" destOrd="0" parTransId="{122247DA-9642-4AFE-8324-64BDA5B8E4DC}" sibTransId="{9127F6CE-9478-4F0A-A1C0-FF171CBEA463}"/>
    <dgm:cxn modelId="{24DA3AE7-A765-4068-8432-A3630578A0D6}" type="presOf" srcId="{C780DAE0-8B19-4836-8A0A-F62AF987E27D}" destId="{17D68742-93A2-4928-BDA6-26384CD021ED}" srcOrd="0" destOrd="0" presId="urn:microsoft.com/office/officeart/2018/5/layout/IconCircleLabelList"/>
    <dgm:cxn modelId="{CF6C18BC-F181-4762-9554-EB7B99D4E3C2}" type="presParOf" srcId="{17D68742-93A2-4928-BDA6-26384CD021ED}" destId="{DF8E8266-6152-419D-B7A5-D8D66BD3A3F9}" srcOrd="0" destOrd="0" presId="urn:microsoft.com/office/officeart/2018/5/layout/IconCircleLabelList"/>
    <dgm:cxn modelId="{238B77F2-5DB7-4EF5-8FE8-2C9F6776F79D}" type="presParOf" srcId="{DF8E8266-6152-419D-B7A5-D8D66BD3A3F9}" destId="{7FF9ADB0-0213-418A-9C20-8C5557C60617}" srcOrd="0" destOrd="0" presId="urn:microsoft.com/office/officeart/2018/5/layout/IconCircleLabelList"/>
    <dgm:cxn modelId="{64EECD83-1884-4D0C-BDC6-B0F7FEA23633}" type="presParOf" srcId="{DF8E8266-6152-419D-B7A5-D8D66BD3A3F9}" destId="{2D0CCAD6-AF1B-4179-AFC4-9DFD8F050EE1}" srcOrd="1" destOrd="0" presId="urn:microsoft.com/office/officeart/2018/5/layout/IconCircleLabelList"/>
    <dgm:cxn modelId="{18EBCD23-FD75-402A-9B5D-475DA40F0E0F}" type="presParOf" srcId="{DF8E8266-6152-419D-B7A5-D8D66BD3A3F9}" destId="{B5FE132D-D148-44E3-BBD6-CDDF98788868}" srcOrd="2" destOrd="0" presId="urn:microsoft.com/office/officeart/2018/5/layout/IconCircleLabelList"/>
    <dgm:cxn modelId="{BD19E28A-E9C6-4D47-9A0E-8A6697B31D4F}" type="presParOf" srcId="{DF8E8266-6152-419D-B7A5-D8D66BD3A3F9}" destId="{A7A22A5B-B46B-4D1D-A242-2134D6B1BD86}" srcOrd="3" destOrd="0" presId="urn:microsoft.com/office/officeart/2018/5/layout/IconCircleLabelList"/>
    <dgm:cxn modelId="{C8D93B36-7D3A-4A6B-8408-24C39F674AB9}" type="presParOf" srcId="{17D68742-93A2-4928-BDA6-26384CD021ED}" destId="{2F249569-D74A-404A-BB72-1BC79C6F8C8D}" srcOrd="1" destOrd="0" presId="urn:microsoft.com/office/officeart/2018/5/layout/IconCircleLabelList"/>
    <dgm:cxn modelId="{EDB5E070-AF55-4551-B6F7-0419066C45A8}" type="presParOf" srcId="{17D68742-93A2-4928-BDA6-26384CD021ED}" destId="{B0169BE2-C2F8-4B2F-905E-669D2D4A49F7}" srcOrd="2" destOrd="0" presId="urn:microsoft.com/office/officeart/2018/5/layout/IconCircleLabelList"/>
    <dgm:cxn modelId="{4DE9FFFE-35A9-4A0A-A8F3-CBB023B23194}" type="presParOf" srcId="{B0169BE2-C2F8-4B2F-905E-669D2D4A49F7}" destId="{E57A55F4-52EB-44F6-B1DA-4723FDB45D92}" srcOrd="0" destOrd="0" presId="urn:microsoft.com/office/officeart/2018/5/layout/IconCircleLabelList"/>
    <dgm:cxn modelId="{9C3EDC1B-DDB5-44B7-B04C-3AB4D4821455}" type="presParOf" srcId="{B0169BE2-C2F8-4B2F-905E-669D2D4A49F7}" destId="{6E8E7B6C-166F-4F6D-BF3C-BFCF3B4DE8C2}" srcOrd="1" destOrd="0" presId="urn:microsoft.com/office/officeart/2018/5/layout/IconCircleLabelList"/>
    <dgm:cxn modelId="{34EBFE19-40D9-4319-8900-F49560BFB88F}" type="presParOf" srcId="{B0169BE2-C2F8-4B2F-905E-669D2D4A49F7}" destId="{66E60914-B545-4004-A17B-ADDDB8B0A86C}" srcOrd="2" destOrd="0" presId="urn:microsoft.com/office/officeart/2018/5/layout/IconCircleLabelList"/>
    <dgm:cxn modelId="{59AE4BCD-FF64-48E6-884F-1F4A8F490C48}" type="presParOf" srcId="{B0169BE2-C2F8-4B2F-905E-669D2D4A49F7}" destId="{D3A658D9-0E18-4591-85E5-B86572029ABC}" srcOrd="3" destOrd="0" presId="urn:microsoft.com/office/officeart/2018/5/layout/IconCircleLabelList"/>
    <dgm:cxn modelId="{FD5C45C2-B2E8-4D15-8363-5315C498226B}" type="presParOf" srcId="{17D68742-93A2-4928-BDA6-26384CD021ED}" destId="{F88D82EB-521B-4AFC-BABE-DAAD15F15F2C}" srcOrd="3" destOrd="0" presId="urn:microsoft.com/office/officeart/2018/5/layout/IconCircleLabelList"/>
    <dgm:cxn modelId="{6B6F0FE6-6984-4A60-98DF-C9AB154FA00B}" type="presParOf" srcId="{17D68742-93A2-4928-BDA6-26384CD021ED}" destId="{D93276E6-27BB-4F4C-8915-CF5156A2D603}" srcOrd="4" destOrd="0" presId="urn:microsoft.com/office/officeart/2018/5/layout/IconCircleLabelList"/>
    <dgm:cxn modelId="{26D3D854-29DE-4985-9804-AAAD94B346D2}" type="presParOf" srcId="{D93276E6-27BB-4F4C-8915-CF5156A2D603}" destId="{83906446-4AA9-4CAF-A757-E25C4C39BE67}" srcOrd="0" destOrd="0" presId="urn:microsoft.com/office/officeart/2018/5/layout/IconCircleLabelList"/>
    <dgm:cxn modelId="{6C817FFA-CB3B-45D6-9C07-479257DAAD7C}" type="presParOf" srcId="{D93276E6-27BB-4F4C-8915-CF5156A2D603}" destId="{47DCB003-BD06-4195-AF1A-4632FE9F928B}" srcOrd="1" destOrd="0" presId="urn:microsoft.com/office/officeart/2018/5/layout/IconCircleLabelList"/>
    <dgm:cxn modelId="{62B9FFB4-B8F1-4DB3-828C-D800DCCCD90D}" type="presParOf" srcId="{D93276E6-27BB-4F4C-8915-CF5156A2D603}" destId="{F98087CD-9D37-4ECA-A255-21CEF1CC9F72}" srcOrd="2" destOrd="0" presId="urn:microsoft.com/office/officeart/2018/5/layout/IconCircleLabelList"/>
    <dgm:cxn modelId="{6D06EAFB-2A74-4BA6-90E7-2AE7C8F80D74}" type="presParOf" srcId="{D93276E6-27BB-4F4C-8915-CF5156A2D603}" destId="{4056EE5B-A549-48B1-BF50-F97576EE020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92459BD-9740-4693-A609-C950C8F4911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010CDAE-CEDF-448E-830C-02D6B4C3B8F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noProof="0" dirty="0"/>
            <a:t>• Dane </a:t>
          </a:r>
          <a:r>
            <a:rPr lang="en-US" noProof="0" dirty="0" err="1"/>
            <a:t>sprzedażowe</a:t>
          </a:r>
          <a:endParaRPr lang="en-US" noProof="0" dirty="0"/>
        </a:p>
      </dgm:t>
    </dgm:pt>
    <dgm:pt modelId="{7FB5C7EA-EA55-4DA9-A168-86000AC3A2D0}" type="parTrans" cxnId="{83B7D889-F3DD-43D8-9755-97681731D57F}">
      <dgm:prSet/>
      <dgm:spPr/>
      <dgm:t>
        <a:bodyPr/>
        <a:lstStyle/>
        <a:p>
          <a:endParaRPr lang="en-US"/>
        </a:p>
      </dgm:t>
    </dgm:pt>
    <dgm:pt modelId="{31ADD3C0-319F-4AF0-BE61-FB97AB276CB1}" type="sibTrans" cxnId="{83B7D889-F3DD-43D8-9755-97681731D57F}">
      <dgm:prSet/>
      <dgm:spPr/>
      <dgm:t>
        <a:bodyPr/>
        <a:lstStyle/>
        <a:p>
          <a:endParaRPr lang="en-US"/>
        </a:p>
      </dgm:t>
    </dgm:pt>
    <dgm:pt modelId="{BE14F46B-4987-475D-AA0B-D73D5F343CA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noProof="0" dirty="0"/>
            <a:t>• </a:t>
          </a:r>
          <a:r>
            <a:rPr lang="en-US" noProof="0" dirty="0" err="1"/>
            <a:t>Klienci</a:t>
          </a:r>
          <a:endParaRPr lang="en-US" noProof="0" dirty="0"/>
        </a:p>
      </dgm:t>
    </dgm:pt>
    <dgm:pt modelId="{98C521B5-6DE6-473E-A851-A28F23619CDB}" type="parTrans" cxnId="{3CE410B2-0B9A-4664-B48B-03F9BDD256EC}">
      <dgm:prSet/>
      <dgm:spPr/>
      <dgm:t>
        <a:bodyPr/>
        <a:lstStyle/>
        <a:p>
          <a:endParaRPr lang="en-US"/>
        </a:p>
      </dgm:t>
    </dgm:pt>
    <dgm:pt modelId="{8B9D8D23-08DD-47A1-AE6B-05A6EA19F39F}" type="sibTrans" cxnId="{3CE410B2-0B9A-4664-B48B-03F9BDD256EC}">
      <dgm:prSet/>
      <dgm:spPr/>
      <dgm:t>
        <a:bodyPr/>
        <a:lstStyle/>
        <a:p>
          <a:endParaRPr lang="en-US"/>
        </a:p>
      </dgm:t>
    </dgm:pt>
    <dgm:pt modelId="{76701AE5-C101-4F50-A16D-E6A32EEB493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noProof="0" dirty="0"/>
            <a:t>• </a:t>
          </a:r>
          <a:r>
            <a:rPr lang="en-US" noProof="0" dirty="0" err="1"/>
            <a:t>Produkty</a:t>
          </a:r>
          <a:endParaRPr lang="en-US" noProof="0" dirty="0"/>
        </a:p>
      </dgm:t>
    </dgm:pt>
    <dgm:pt modelId="{31CE028A-EA0A-4ED1-A269-1D0E8E358585}" type="parTrans" cxnId="{78A3FF13-0A1B-4456-81E5-ED4B88A02DC2}">
      <dgm:prSet/>
      <dgm:spPr/>
      <dgm:t>
        <a:bodyPr/>
        <a:lstStyle/>
        <a:p>
          <a:endParaRPr lang="en-US"/>
        </a:p>
      </dgm:t>
    </dgm:pt>
    <dgm:pt modelId="{0EDB1876-BBF7-4E0B-B4BC-F325A27232BB}" type="sibTrans" cxnId="{78A3FF13-0A1B-4456-81E5-ED4B88A02DC2}">
      <dgm:prSet/>
      <dgm:spPr/>
      <dgm:t>
        <a:bodyPr/>
        <a:lstStyle/>
        <a:p>
          <a:endParaRPr lang="en-US"/>
        </a:p>
      </dgm:t>
    </dgm:pt>
    <dgm:pt modelId="{FA3D072F-678B-4265-8AD3-F55D0D5D01C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noProof="0" dirty="0"/>
            <a:t>• </a:t>
          </a:r>
          <a:r>
            <a:rPr lang="en-US" noProof="0" dirty="0" err="1"/>
            <a:t>Czas</a:t>
          </a:r>
          <a:endParaRPr lang="en-US" noProof="0" dirty="0"/>
        </a:p>
      </dgm:t>
    </dgm:pt>
    <dgm:pt modelId="{A6208148-392E-4021-B016-24603D9C242B}" type="parTrans" cxnId="{1CD5AF7F-8F25-4F33-BE66-DEA1B84DBCD1}">
      <dgm:prSet/>
      <dgm:spPr/>
      <dgm:t>
        <a:bodyPr/>
        <a:lstStyle/>
        <a:p>
          <a:endParaRPr lang="en-US"/>
        </a:p>
      </dgm:t>
    </dgm:pt>
    <dgm:pt modelId="{552F8644-CC01-4BB2-AA83-B2DB1E127A47}" type="sibTrans" cxnId="{1CD5AF7F-8F25-4F33-BE66-DEA1B84DBCD1}">
      <dgm:prSet/>
      <dgm:spPr/>
      <dgm:t>
        <a:bodyPr/>
        <a:lstStyle/>
        <a:p>
          <a:endParaRPr lang="en-US"/>
        </a:p>
      </dgm:t>
    </dgm:pt>
    <dgm:pt modelId="{95319F47-1F99-4EA8-9F14-94D4D97A4BF7}" type="pres">
      <dgm:prSet presAssocID="{F92459BD-9740-4693-A609-C950C8F49111}" presName="root" presStyleCnt="0">
        <dgm:presLayoutVars>
          <dgm:dir/>
          <dgm:resizeHandles val="exact"/>
        </dgm:presLayoutVars>
      </dgm:prSet>
      <dgm:spPr/>
    </dgm:pt>
    <dgm:pt modelId="{8CBF15B4-549C-4461-9F00-3E22C475271C}" type="pres">
      <dgm:prSet presAssocID="{BE14F46B-4987-475D-AA0B-D73D5F343CAD}" presName="compNode" presStyleCnt="0"/>
      <dgm:spPr/>
    </dgm:pt>
    <dgm:pt modelId="{12AD3C99-E6C8-41F7-91AA-20890562F078}" type="pres">
      <dgm:prSet presAssocID="{BE14F46B-4987-475D-AA0B-D73D5F343CAD}" presName="iconBgRect" presStyleLbl="bgShp" presStyleIdx="0" presStyleCnt="4"/>
      <dgm:spPr/>
    </dgm:pt>
    <dgm:pt modelId="{44CBC5FF-6ECF-43EE-890A-BD067A7CA876}" type="pres">
      <dgm:prSet presAssocID="{BE14F46B-4987-475D-AA0B-D73D5F343CA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żytkownicy"/>
        </a:ext>
      </dgm:extLst>
    </dgm:pt>
    <dgm:pt modelId="{DCB59D7F-1E6A-40C6-9D7D-AEC24A6DBFE1}" type="pres">
      <dgm:prSet presAssocID="{BE14F46B-4987-475D-AA0B-D73D5F343CAD}" presName="spaceRect" presStyleCnt="0"/>
      <dgm:spPr/>
    </dgm:pt>
    <dgm:pt modelId="{ED9A177A-1750-4CE1-9AA6-05B0813871FD}" type="pres">
      <dgm:prSet presAssocID="{BE14F46B-4987-475D-AA0B-D73D5F343CAD}" presName="textRect" presStyleLbl="revTx" presStyleIdx="0" presStyleCnt="4">
        <dgm:presLayoutVars>
          <dgm:chMax val="1"/>
          <dgm:chPref val="1"/>
        </dgm:presLayoutVars>
      </dgm:prSet>
      <dgm:spPr/>
    </dgm:pt>
    <dgm:pt modelId="{1135CC4F-1D26-4E51-9030-979A0C521F5D}" type="pres">
      <dgm:prSet presAssocID="{8B9D8D23-08DD-47A1-AE6B-05A6EA19F39F}" presName="sibTrans" presStyleCnt="0"/>
      <dgm:spPr/>
    </dgm:pt>
    <dgm:pt modelId="{1D21CE6B-F985-44AF-8BAB-032BDF94FC83}" type="pres">
      <dgm:prSet presAssocID="{76701AE5-C101-4F50-A16D-E6A32EEB493B}" presName="compNode" presStyleCnt="0"/>
      <dgm:spPr/>
    </dgm:pt>
    <dgm:pt modelId="{557E94D7-49EE-4C7D-8FCD-539371E5AD30}" type="pres">
      <dgm:prSet presAssocID="{76701AE5-C101-4F50-A16D-E6A32EEB493B}" presName="iconBgRect" presStyleLbl="bgShp" presStyleIdx="1" presStyleCnt="4"/>
      <dgm:spPr/>
    </dgm:pt>
    <dgm:pt modelId="{573B424F-A708-4639-A093-51E3A9129C56}" type="pres">
      <dgm:prSet presAssocID="{76701AE5-C101-4F50-A16D-E6A32EEB493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bag"/>
        </a:ext>
      </dgm:extLst>
    </dgm:pt>
    <dgm:pt modelId="{749DCEC1-0783-45F2-8833-4C6A727F3C44}" type="pres">
      <dgm:prSet presAssocID="{76701AE5-C101-4F50-A16D-E6A32EEB493B}" presName="spaceRect" presStyleCnt="0"/>
      <dgm:spPr/>
    </dgm:pt>
    <dgm:pt modelId="{2CC0B20C-797B-469C-958E-792A02D89466}" type="pres">
      <dgm:prSet presAssocID="{76701AE5-C101-4F50-A16D-E6A32EEB493B}" presName="textRect" presStyleLbl="revTx" presStyleIdx="1" presStyleCnt="4">
        <dgm:presLayoutVars>
          <dgm:chMax val="1"/>
          <dgm:chPref val="1"/>
        </dgm:presLayoutVars>
      </dgm:prSet>
      <dgm:spPr/>
    </dgm:pt>
    <dgm:pt modelId="{1BF46DE9-E7D1-47E1-8D92-968B692E6914}" type="pres">
      <dgm:prSet presAssocID="{0EDB1876-BBF7-4E0B-B4BC-F325A27232BB}" presName="sibTrans" presStyleCnt="0"/>
      <dgm:spPr/>
    </dgm:pt>
    <dgm:pt modelId="{40FE0087-165E-4B70-B868-9A4D5100C1E0}" type="pres">
      <dgm:prSet presAssocID="{FA3D072F-678B-4265-8AD3-F55D0D5D01CB}" presName="compNode" presStyleCnt="0"/>
      <dgm:spPr/>
    </dgm:pt>
    <dgm:pt modelId="{A2A44090-67FB-4FDA-8713-AF25C04DF448}" type="pres">
      <dgm:prSet presAssocID="{FA3D072F-678B-4265-8AD3-F55D0D5D01CB}" presName="iconBgRect" presStyleLbl="bgShp" presStyleIdx="2" presStyleCnt="4"/>
      <dgm:spPr/>
    </dgm:pt>
    <dgm:pt modelId="{119CF9AF-1D43-479D-8CE9-BEB3A1DAC4B2}" type="pres">
      <dgm:prSet presAssocID="{FA3D072F-678B-4265-8AD3-F55D0D5D01C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egar"/>
        </a:ext>
      </dgm:extLst>
    </dgm:pt>
    <dgm:pt modelId="{2530746E-3F5F-4B38-9B83-E1693E80B851}" type="pres">
      <dgm:prSet presAssocID="{FA3D072F-678B-4265-8AD3-F55D0D5D01CB}" presName="spaceRect" presStyleCnt="0"/>
      <dgm:spPr/>
    </dgm:pt>
    <dgm:pt modelId="{1D2A415A-F812-4E14-BA0B-5DED98850320}" type="pres">
      <dgm:prSet presAssocID="{FA3D072F-678B-4265-8AD3-F55D0D5D01CB}" presName="textRect" presStyleLbl="revTx" presStyleIdx="2" presStyleCnt="4">
        <dgm:presLayoutVars>
          <dgm:chMax val="1"/>
          <dgm:chPref val="1"/>
        </dgm:presLayoutVars>
      </dgm:prSet>
      <dgm:spPr/>
    </dgm:pt>
    <dgm:pt modelId="{722FB64D-E566-4303-82FE-D4F18C010A4E}" type="pres">
      <dgm:prSet presAssocID="{552F8644-CC01-4BB2-AA83-B2DB1E127A47}" presName="sibTrans" presStyleCnt="0"/>
      <dgm:spPr/>
    </dgm:pt>
    <dgm:pt modelId="{519F6CCE-A235-40AC-BB80-BACDCC58C97E}" type="pres">
      <dgm:prSet presAssocID="{C010CDAE-CEDF-448E-830C-02D6B4C3B8FB}" presName="compNode" presStyleCnt="0"/>
      <dgm:spPr/>
    </dgm:pt>
    <dgm:pt modelId="{7AEF67F8-578E-4613-AC72-2FE116B4D3D5}" type="pres">
      <dgm:prSet presAssocID="{C010CDAE-CEDF-448E-830C-02D6B4C3B8FB}" presName="iconBgRect" presStyleLbl="bgShp" presStyleIdx="3" presStyleCnt="4"/>
      <dgm:spPr/>
    </dgm:pt>
    <dgm:pt modelId="{1B95BF70-3576-4730-9990-DAECA67D5B60}" type="pres">
      <dgm:prSet presAssocID="{C010CDAE-CEDF-448E-830C-02D6B4C3B8F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ystyki"/>
        </a:ext>
      </dgm:extLst>
    </dgm:pt>
    <dgm:pt modelId="{ED600501-B57D-4518-9CD3-FE32B4599C5E}" type="pres">
      <dgm:prSet presAssocID="{C010CDAE-CEDF-448E-830C-02D6B4C3B8FB}" presName="spaceRect" presStyleCnt="0"/>
      <dgm:spPr/>
    </dgm:pt>
    <dgm:pt modelId="{2A8A1E0A-48BF-4F2F-9783-9F06268464AA}" type="pres">
      <dgm:prSet presAssocID="{C010CDAE-CEDF-448E-830C-02D6B4C3B8F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7D8D50A-4EB2-4FBB-B987-2D7BE0819603}" type="presOf" srcId="{76701AE5-C101-4F50-A16D-E6A32EEB493B}" destId="{2CC0B20C-797B-469C-958E-792A02D89466}" srcOrd="0" destOrd="0" presId="urn:microsoft.com/office/officeart/2018/5/layout/IconCircleLabelList"/>
    <dgm:cxn modelId="{78A3FF13-0A1B-4456-81E5-ED4B88A02DC2}" srcId="{F92459BD-9740-4693-A609-C950C8F49111}" destId="{76701AE5-C101-4F50-A16D-E6A32EEB493B}" srcOrd="1" destOrd="0" parTransId="{31CE028A-EA0A-4ED1-A269-1D0E8E358585}" sibTransId="{0EDB1876-BBF7-4E0B-B4BC-F325A27232BB}"/>
    <dgm:cxn modelId="{DCCDC123-672E-4211-A404-96027176478A}" type="presOf" srcId="{F92459BD-9740-4693-A609-C950C8F49111}" destId="{95319F47-1F99-4EA8-9F14-94D4D97A4BF7}" srcOrd="0" destOrd="0" presId="urn:microsoft.com/office/officeart/2018/5/layout/IconCircleLabelList"/>
    <dgm:cxn modelId="{83B45B4A-816E-431E-BB65-EE68F6016A41}" type="presOf" srcId="{C010CDAE-CEDF-448E-830C-02D6B4C3B8FB}" destId="{2A8A1E0A-48BF-4F2F-9783-9F06268464AA}" srcOrd="0" destOrd="0" presId="urn:microsoft.com/office/officeart/2018/5/layout/IconCircleLabelList"/>
    <dgm:cxn modelId="{1CD5AF7F-8F25-4F33-BE66-DEA1B84DBCD1}" srcId="{F92459BD-9740-4693-A609-C950C8F49111}" destId="{FA3D072F-678B-4265-8AD3-F55D0D5D01CB}" srcOrd="2" destOrd="0" parTransId="{A6208148-392E-4021-B016-24603D9C242B}" sibTransId="{552F8644-CC01-4BB2-AA83-B2DB1E127A47}"/>
    <dgm:cxn modelId="{83B7D889-F3DD-43D8-9755-97681731D57F}" srcId="{F92459BD-9740-4693-A609-C950C8F49111}" destId="{C010CDAE-CEDF-448E-830C-02D6B4C3B8FB}" srcOrd="3" destOrd="0" parTransId="{7FB5C7EA-EA55-4DA9-A168-86000AC3A2D0}" sibTransId="{31ADD3C0-319F-4AF0-BE61-FB97AB276CB1}"/>
    <dgm:cxn modelId="{3CE410B2-0B9A-4664-B48B-03F9BDD256EC}" srcId="{F92459BD-9740-4693-A609-C950C8F49111}" destId="{BE14F46B-4987-475D-AA0B-D73D5F343CAD}" srcOrd="0" destOrd="0" parTransId="{98C521B5-6DE6-473E-A851-A28F23619CDB}" sibTransId="{8B9D8D23-08DD-47A1-AE6B-05A6EA19F39F}"/>
    <dgm:cxn modelId="{ED3B74C4-73F0-447F-8F6D-6534C888B72E}" type="presOf" srcId="{FA3D072F-678B-4265-8AD3-F55D0D5D01CB}" destId="{1D2A415A-F812-4E14-BA0B-5DED98850320}" srcOrd="0" destOrd="0" presId="urn:microsoft.com/office/officeart/2018/5/layout/IconCircleLabelList"/>
    <dgm:cxn modelId="{E44381CC-195A-4299-BB0B-209D5CF22044}" type="presOf" srcId="{BE14F46B-4987-475D-AA0B-D73D5F343CAD}" destId="{ED9A177A-1750-4CE1-9AA6-05B0813871FD}" srcOrd="0" destOrd="0" presId="urn:microsoft.com/office/officeart/2018/5/layout/IconCircleLabelList"/>
    <dgm:cxn modelId="{F638F393-F7CB-4B9A-9E18-8FB849245FF9}" type="presParOf" srcId="{95319F47-1F99-4EA8-9F14-94D4D97A4BF7}" destId="{8CBF15B4-549C-4461-9F00-3E22C475271C}" srcOrd="0" destOrd="0" presId="urn:microsoft.com/office/officeart/2018/5/layout/IconCircleLabelList"/>
    <dgm:cxn modelId="{37564D8D-E823-4E0C-A844-A20AA0B15578}" type="presParOf" srcId="{8CBF15B4-549C-4461-9F00-3E22C475271C}" destId="{12AD3C99-E6C8-41F7-91AA-20890562F078}" srcOrd="0" destOrd="0" presId="urn:microsoft.com/office/officeart/2018/5/layout/IconCircleLabelList"/>
    <dgm:cxn modelId="{087B5A27-3E64-451E-8A7A-21F249DE389A}" type="presParOf" srcId="{8CBF15B4-549C-4461-9F00-3E22C475271C}" destId="{44CBC5FF-6ECF-43EE-890A-BD067A7CA876}" srcOrd="1" destOrd="0" presId="urn:microsoft.com/office/officeart/2018/5/layout/IconCircleLabelList"/>
    <dgm:cxn modelId="{E01B7681-DBC1-4919-B8A7-3D9707E27C01}" type="presParOf" srcId="{8CBF15B4-549C-4461-9F00-3E22C475271C}" destId="{DCB59D7F-1E6A-40C6-9D7D-AEC24A6DBFE1}" srcOrd="2" destOrd="0" presId="urn:microsoft.com/office/officeart/2018/5/layout/IconCircleLabelList"/>
    <dgm:cxn modelId="{97742C20-3FA2-4268-91B6-FB54EF6A99EE}" type="presParOf" srcId="{8CBF15B4-549C-4461-9F00-3E22C475271C}" destId="{ED9A177A-1750-4CE1-9AA6-05B0813871FD}" srcOrd="3" destOrd="0" presId="urn:microsoft.com/office/officeart/2018/5/layout/IconCircleLabelList"/>
    <dgm:cxn modelId="{E7E44332-ECEF-4E8A-B9F4-905C61BA98FE}" type="presParOf" srcId="{95319F47-1F99-4EA8-9F14-94D4D97A4BF7}" destId="{1135CC4F-1D26-4E51-9030-979A0C521F5D}" srcOrd="1" destOrd="0" presId="urn:microsoft.com/office/officeart/2018/5/layout/IconCircleLabelList"/>
    <dgm:cxn modelId="{A2188C71-7EC4-4322-B571-3EFEF1243C77}" type="presParOf" srcId="{95319F47-1F99-4EA8-9F14-94D4D97A4BF7}" destId="{1D21CE6B-F985-44AF-8BAB-032BDF94FC83}" srcOrd="2" destOrd="0" presId="urn:microsoft.com/office/officeart/2018/5/layout/IconCircleLabelList"/>
    <dgm:cxn modelId="{E7D5919E-E0BC-42E3-8097-73497CC3055C}" type="presParOf" srcId="{1D21CE6B-F985-44AF-8BAB-032BDF94FC83}" destId="{557E94D7-49EE-4C7D-8FCD-539371E5AD30}" srcOrd="0" destOrd="0" presId="urn:microsoft.com/office/officeart/2018/5/layout/IconCircleLabelList"/>
    <dgm:cxn modelId="{3B49D634-2FBD-4D80-823A-DD6E3E67DDF5}" type="presParOf" srcId="{1D21CE6B-F985-44AF-8BAB-032BDF94FC83}" destId="{573B424F-A708-4639-A093-51E3A9129C56}" srcOrd="1" destOrd="0" presId="urn:microsoft.com/office/officeart/2018/5/layout/IconCircleLabelList"/>
    <dgm:cxn modelId="{A22A6237-D667-4050-B350-CFAEE4740504}" type="presParOf" srcId="{1D21CE6B-F985-44AF-8BAB-032BDF94FC83}" destId="{749DCEC1-0783-45F2-8833-4C6A727F3C44}" srcOrd="2" destOrd="0" presId="urn:microsoft.com/office/officeart/2018/5/layout/IconCircleLabelList"/>
    <dgm:cxn modelId="{2E59BEA7-BAA8-4B8D-8623-BB7419F121C7}" type="presParOf" srcId="{1D21CE6B-F985-44AF-8BAB-032BDF94FC83}" destId="{2CC0B20C-797B-469C-958E-792A02D89466}" srcOrd="3" destOrd="0" presId="urn:microsoft.com/office/officeart/2018/5/layout/IconCircleLabelList"/>
    <dgm:cxn modelId="{C8E6117E-6365-4032-B871-68ED24013494}" type="presParOf" srcId="{95319F47-1F99-4EA8-9F14-94D4D97A4BF7}" destId="{1BF46DE9-E7D1-47E1-8D92-968B692E6914}" srcOrd="3" destOrd="0" presId="urn:microsoft.com/office/officeart/2018/5/layout/IconCircleLabelList"/>
    <dgm:cxn modelId="{8032B8EF-266D-466D-BA38-AB8C140B071B}" type="presParOf" srcId="{95319F47-1F99-4EA8-9F14-94D4D97A4BF7}" destId="{40FE0087-165E-4B70-B868-9A4D5100C1E0}" srcOrd="4" destOrd="0" presId="urn:microsoft.com/office/officeart/2018/5/layout/IconCircleLabelList"/>
    <dgm:cxn modelId="{6CDDE543-6A4F-4B96-9339-D9AB1A864147}" type="presParOf" srcId="{40FE0087-165E-4B70-B868-9A4D5100C1E0}" destId="{A2A44090-67FB-4FDA-8713-AF25C04DF448}" srcOrd="0" destOrd="0" presId="urn:microsoft.com/office/officeart/2018/5/layout/IconCircleLabelList"/>
    <dgm:cxn modelId="{ED80F3CC-42FF-4591-86EC-ECA867921568}" type="presParOf" srcId="{40FE0087-165E-4B70-B868-9A4D5100C1E0}" destId="{119CF9AF-1D43-479D-8CE9-BEB3A1DAC4B2}" srcOrd="1" destOrd="0" presId="urn:microsoft.com/office/officeart/2018/5/layout/IconCircleLabelList"/>
    <dgm:cxn modelId="{C5B85B44-5A98-4FB8-A770-07C7CB1D93A0}" type="presParOf" srcId="{40FE0087-165E-4B70-B868-9A4D5100C1E0}" destId="{2530746E-3F5F-4B38-9B83-E1693E80B851}" srcOrd="2" destOrd="0" presId="urn:microsoft.com/office/officeart/2018/5/layout/IconCircleLabelList"/>
    <dgm:cxn modelId="{9922C58C-3F49-4F70-A51F-C527602481D0}" type="presParOf" srcId="{40FE0087-165E-4B70-B868-9A4D5100C1E0}" destId="{1D2A415A-F812-4E14-BA0B-5DED98850320}" srcOrd="3" destOrd="0" presId="urn:microsoft.com/office/officeart/2018/5/layout/IconCircleLabelList"/>
    <dgm:cxn modelId="{EA99D1B2-05B6-42CE-B7E7-3FFD3C974078}" type="presParOf" srcId="{95319F47-1F99-4EA8-9F14-94D4D97A4BF7}" destId="{722FB64D-E566-4303-82FE-D4F18C010A4E}" srcOrd="5" destOrd="0" presId="urn:microsoft.com/office/officeart/2018/5/layout/IconCircleLabelList"/>
    <dgm:cxn modelId="{48C9B15F-4F4F-41ED-8EEF-63D5D6718870}" type="presParOf" srcId="{95319F47-1F99-4EA8-9F14-94D4D97A4BF7}" destId="{519F6CCE-A235-40AC-BB80-BACDCC58C97E}" srcOrd="6" destOrd="0" presId="urn:microsoft.com/office/officeart/2018/5/layout/IconCircleLabelList"/>
    <dgm:cxn modelId="{9C3B8115-A5DA-4AA0-AB3C-E929C6A8F1E7}" type="presParOf" srcId="{519F6CCE-A235-40AC-BB80-BACDCC58C97E}" destId="{7AEF67F8-578E-4613-AC72-2FE116B4D3D5}" srcOrd="0" destOrd="0" presId="urn:microsoft.com/office/officeart/2018/5/layout/IconCircleLabelList"/>
    <dgm:cxn modelId="{2FBCE115-F24D-4D3B-B165-B2FF79C83608}" type="presParOf" srcId="{519F6CCE-A235-40AC-BB80-BACDCC58C97E}" destId="{1B95BF70-3576-4730-9990-DAECA67D5B60}" srcOrd="1" destOrd="0" presId="urn:microsoft.com/office/officeart/2018/5/layout/IconCircleLabelList"/>
    <dgm:cxn modelId="{FB462FFE-B0AD-4384-BAB1-124E6D07DBA4}" type="presParOf" srcId="{519F6CCE-A235-40AC-BB80-BACDCC58C97E}" destId="{ED600501-B57D-4518-9CD3-FE32B4599C5E}" srcOrd="2" destOrd="0" presId="urn:microsoft.com/office/officeart/2018/5/layout/IconCircleLabelList"/>
    <dgm:cxn modelId="{CB8E942A-5786-4FA9-99A4-BDEFC622B006}" type="presParOf" srcId="{519F6CCE-A235-40AC-BB80-BACDCC58C97E}" destId="{2A8A1E0A-48BF-4F2F-9783-9F06268464A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73E7E21-1DCB-43AA-9551-145F6B285DD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C2C5A6F-CD64-48DE-A302-DA137B86AAD1}">
      <dgm:prSet/>
      <dgm:spPr/>
      <dgm:t>
        <a:bodyPr/>
        <a:lstStyle/>
        <a:p>
          <a:pPr>
            <a:defRPr cap="all"/>
          </a:pPr>
          <a:r>
            <a:rPr lang="en-US" noProof="0" dirty="0"/>
            <a:t>• </a:t>
          </a:r>
          <a:r>
            <a:rPr lang="en-US" noProof="0" dirty="0" err="1"/>
            <a:t>Czyszczenie</a:t>
          </a:r>
          <a:r>
            <a:rPr lang="en-US" noProof="0" dirty="0"/>
            <a:t> </a:t>
          </a:r>
          <a:r>
            <a:rPr lang="en-US" noProof="0" dirty="0" err="1"/>
            <a:t>danych</a:t>
          </a:r>
          <a:r>
            <a:rPr lang="en-US" noProof="0" dirty="0"/>
            <a:t>:</a:t>
          </a:r>
        </a:p>
        <a:p>
          <a:pPr>
            <a:defRPr cap="all"/>
          </a:pPr>
          <a:r>
            <a:rPr lang="en-US" noProof="0" dirty="0"/>
            <a:t>Power Query</a:t>
          </a:r>
        </a:p>
      </dgm:t>
    </dgm:pt>
    <dgm:pt modelId="{3A7DBA0E-1554-4504-825F-72104817C100}" type="parTrans" cxnId="{3BA95691-1FC6-4330-AEEF-A3F270F6478E}">
      <dgm:prSet/>
      <dgm:spPr/>
      <dgm:t>
        <a:bodyPr/>
        <a:lstStyle/>
        <a:p>
          <a:endParaRPr lang="en-US"/>
        </a:p>
      </dgm:t>
    </dgm:pt>
    <dgm:pt modelId="{FE23C0A9-EBFB-4D29-8C1A-70CF0EE318A2}" type="sibTrans" cxnId="{3BA95691-1FC6-4330-AEEF-A3F270F6478E}">
      <dgm:prSet/>
      <dgm:spPr/>
      <dgm:t>
        <a:bodyPr/>
        <a:lstStyle/>
        <a:p>
          <a:endParaRPr lang="en-US"/>
        </a:p>
      </dgm:t>
    </dgm:pt>
    <dgm:pt modelId="{BB50CC48-D2AC-42B1-987E-5312C26B215B}">
      <dgm:prSet/>
      <dgm:spPr/>
      <dgm:t>
        <a:bodyPr/>
        <a:lstStyle/>
        <a:p>
          <a:pPr>
            <a:defRPr cap="all"/>
          </a:pPr>
          <a:r>
            <a:rPr lang="en-US" noProof="0" dirty="0"/>
            <a:t>• </a:t>
          </a:r>
          <a:r>
            <a:rPr lang="en-US" noProof="0" dirty="0" err="1"/>
            <a:t>Hurtownia</a:t>
          </a:r>
          <a:r>
            <a:rPr lang="en-US" noProof="0" dirty="0"/>
            <a:t> </a:t>
          </a:r>
          <a:r>
            <a:rPr lang="en-US" noProof="0" dirty="0" err="1"/>
            <a:t>Danych</a:t>
          </a:r>
          <a:r>
            <a:rPr lang="en-US" noProof="0" dirty="0"/>
            <a:t>:</a:t>
          </a:r>
        </a:p>
        <a:p>
          <a:pPr>
            <a:defRPr cap="all"/>
          </a:pPr>
          <a:r>
            <a:rPr lang="en-US" noProof="0" dirty="0"/>
            <a:t>t-SQL</a:t>
          </a:r>
        </a:p>
      </dgm:t>
    </dgm:pt>
    <dgm:pt modelId="{5D1660EE-5DC9-44A1-8D1E-3ED4C0FD09BD}" type="parTrans" cxnId="{382CAB6C-BE50-43B2-803B-BFEE232552F7}">
      <dgm:prSet/>
      <dgm:spPr/>
      <dgm:t>
        <a:bodyPr/>
        <a:lstStyle/>
        <a:p>
          <a:endParaRPr lang="en-US"/>
        </a:p>
      </dgm:t>
    </dgm:pt>
    <dgm:pt modelId="{93C6798A-10C2-4D34-9107-49AE3CDB0F07}" type="sibTrans" cxnId="{382CAB6C-BE50-43B2-803B-BFEE232552F7}">
      <dgm:prSet/>
      <dgm:spPr/>
      <dgm:t>
        <a:bodyPr/>
        <a:lstStyle/>
        <a:p>
          <a:endParaRPr lang="en-US"/>
        </a:p>
      </dgm:t>
    </dgm:pt>
    <dgm:pt modelId="{B989A749-B361-49F4-9BAE-EBFC793C202D}">
      <dgm:prSet/>
      <dgm:spPr/>
      <dgm:t>
        <a:bodyPr/>
        <a:lstStyle/>
        <a:p>
          <a:pPr>
            <a:defRPr cap="all"/>
          </a:pPr>
          <a:r>
            <a:rPr lang="en-US" noProof="0" dirty="0"/>
            <a:t>• </a:t>
          </a:r>
          <a:r>
            <a:rPr lang="en-US" noProof="0" dirty="0" err="1"/>
            <a:t>Wizualizacja</a:t>
          </a:r>
          <a:r>
            <a:rPr lang="en-US" noProof="0" dirty="0"/>
            <a:t>:</a:t>
          </a:r>
        </a:p>
        <a:p>
          <a:pPr>
            <a:defRPr cap="all"/>
          </a:pPr>
          <a:r>
            <a:rPr lang="en-US" noProof="0" dirty="0"/>
            <a:t> R Language</a:t>
          </a:r>
        </a:p>
      </dgm:t>
    </dgm:pt>
    <dgm:pt modelId="{A521B4E7-FA3D-4AA0-9D48-A24348F6E824}" type="parTrans" cxnId="{DB923DA0-B283-4C3C-A27A-E9DE4B4E7CB7}">
      <dgm:prSet/>
      <dgm:spPr/>
      <dgm:t>
        <a:bodyPr/>
        <a:lstStyle/>
        <a:p>
          <a:endParaRPr lang="en-US"/>
        </a:p>
      </dgm:t>
    </dgm:pt>
    <dgm:pt modelId="{294D4570-8E59-450D-B5EC-8727F66A0B87}" type="sibTrans" cxnId="{DB923DA0-B283-4C3C-A27A-E9DE4B4E7CB7}">
      <dgm:prSet/>
      <dgm:spPr/>
      <dgm:t>
        <a:bodyPr/>
        <a:lstStyle/>
        <a:p>
          <a:endParaRPr lang="en-US"/>
        </a:p>
      </dgm:t>
    </dgm:pt>
    <dgm:pt modelId="{CA0D9D46-675A-4150-9A47-51FF8D81D242}" type="pres">
      <dgm:prSet presAssocID="{A73E7E21-1DCB-43AA-9551-145F6B285DD0}" presName="root" presStyleCnt="0">
        <dgm:presLayoutVars>
          <dgm:dir/>
          <dgm:resizeHandles val="exact"/>
        </dgm:presLayoutVars>
      </dgm:prSet>
      <dgm:spPr/>
    </dgm:pt>
    <dgm:pt modelId="{214A0A42-6EAD-4E02-AB6C-06F28CD2B51B}" type="pres">
      <dgm:prSet presAssocID="{BC2C5A6F-CD64-48DE-A302-DA137B86AAD1}" presName="compNode" presStyleCnt="0"/>
      <dgm:spPr/>
    </dgm:pt>
    <dgm:pt modelId="{FFAE4DE7-449F-4ACB-B935-9E706CDA0ED5}" type="pres">
      <dgm:prSet presAssocID="{BC2C5A6F-CD64-48DE-A302-DA137B86AAD1}" presName="iconBgRect" presStyleLbl="bgShp" presStyleIdx="0" presStyleCnt="3"/>
      <dgm:spPr/>
    </dgm:pt>
    <dgm:pt modelId="{76682888-2230-49B1-86C4-E5BB8A9D0B07}" type="pres">
      <dgm:prSet presAssocID="{BC2C5A6F-CD64-48DE-A302-DA137B86AAD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7B7670CB-76DB-4D9C-8BFC-0F92F757A9AC}" type="pres">
      <dgm:prSet presAssocID="{BC2C5A6F-CD64-48DE-A302-DA137B86AAD1}" presName="spaceRect" presStyleCnt="0"/>
      <dgm:spPr/>
    </dgm:pt>
    <dgm:pt modelId="{F2D2A344-5D6A-4F13-BE58-FB1BA97D0265}" type="pres">
      <dgm:prSet presAssocID="{BC2C5A6F-CD64-48DE-A302-DA137B86AAD1}" presName="textRect" presStyleLbl="revTx" presStyleIdx="0" presStyleCnt="3">
        <dgm:presLayoutVars>
          <dgm:chMax val="1"/>
          <dgm:chPref val="1"/>
        </dgm:presLayoutVars>
      </dgm:prSet>
      <dgm:spPr/>
    </dgm:pt>
    <dgm:pt modelId="{E6C8F258-EF82-48A3-8B3A-EE636D10739C}" type="pres">
      <dgm:prSet presAssocID="{FE23C0A9-EBFB-4D29-8C1A-70CF0EE318A2}" presName="sibTrans" presStyleCnt="0"/>
      <dgm:spPr/>
    </dgm:pt>
    <dgm:pt modelId="{02E772E7-0F4C-46D1-BDE0-EB45374F669C}" type="pres">
      <dgm:prSet presAssocID="{BB50CC48-D2AC-42B1-987E-5312C26B215B}" presName="compNode" presStyleCnt="0"/>
      <dgm:spPr/>
    </dgm:pt>
    <dgm:pt modelId="{1062B69C-10D4-441E-A4FC-4B0535FCED47}" type="pres">
      <dgm:prSet presAssocID="{BB50CC48-D2AC-42B1-987E-5312C26B215B}" presName="iconBgRect" presStyleLbl="bgShp" presStyleIdx="1" presStyleCnt="3"/>
      <dgm:spPr/>
    </dgm:pt>
    <dgm:pt modelId="{91FE8006-0DDB-4E95-AFD5-7F17A2C7941D}" type="pres">
      <dgm:prSet presAssocID="{BB50CC48-D2AC-42B1-987E-5312C26B215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za danych"/>
        </a:ext>
      </dgm:extLst>
    </dgm:pt>
    <dgm:pt modelId="{F0649F0D-8BF0-4170-9FFF-CC861F996CDC}" type="pres">
      <dgm:prSet presAssocID="{BB50CC48-D2AC-42B1-987E-5312C26B215B}" presName="spaceRect" presStyleCnt="0"/>
      <dgm:spPr/>
    </dgm:pt>
    <dgm:pt modelId="{864963B2-73AF-461E-B9DB-162CA1D2F550}" type="pres">
      <dgm:prSet presAssocID="{BB50CC48-D2AC-42B1-987E-5312C26B215B}" presName="textRect" presStyleLbl="revTx" presStyleIdx="1" presStyleCnt="3">
        <dgm:presLayoutVars>
          <dgm:chMax val="1"/>
          <dgm:chPref val="1"/>
        </dgm:presLayoutVars>
      </dgm:prSet>
      <dgm:spPr/>
    </dgm:pt>
    <dgm:pt modelId="{62810537-7CAA-48F1-9FAE-EBB53F08D775}" type="pres">
      <dgm:prSet presAssocID="{93C6798A-10C2-4D34-9107-49AE3CDB0F07}" presName="sibTrans" presStyleCnt="0"/>
      <dgm:spPr/>
    </dgm:pt>
    <dgm:pt modelId="{5BB45F7E-07FC-4341-BF07-211512F9A546}" type="pres">
      <dgm:prSet presAssocID="{B989A749-B361-49F4-9BAE-EBFC793C202D}" presName="compNode" presStyleCnt="0"/>
      <dgm:spPr/>
    </dgm:pt>
    <dgm:pt modelId="{86B17A9F-4080-426E-9D0C-B6CF70E3CBEB}" type="pres">
      <dgm:prSet presAssocID="{B989A749-B361-49F4-9BAE-EBFC793C202D}" presName="iconBgRect" presStyleLbl="bgShp" presStyleIdx="2" presStyleCnt="3"/>
      <dgm:spPr/>
    </dgm:pt>
    <dgm:pt modelId="{0BBF3650-0C6A-4D55-AC51-C4125C2E48E8}" type="pres">
      <dgm:prSet presAssocID="{B989A749-B361-49F4-9BAE-EBFC793C202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wa"/>
        </a:ext>
      </dgm:extLst>
    </dgm:pt>
    <dgm:pt modelId="{13C03217-4787-4F68-A3D3-665BEFC980B5}" type="pres">
      <dgm:prSet presAssocID="{B989A749-B361-49F4-9BAE-EBFC793C202D}" presName="spaceRect" presStyleCnt="0"/>
      <dgm:spPr/>
    </dgm:pt>
    <dgm:pt modelId="{64518D4D-E528-4CF0-9E15-1630065098CD}" type="pres">
      <dgm:prSet presAssocID="{B989A749-B361-49F4-9BAE-EBFC793C202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E4AB502-26BA-4858-BF92-04DDE55C78D0}" type="presOf" srcId="{BC2C5A6F-CD64-48DE-A302-DA137B86AAD1}" destId="{F2D2A344-5D6A-4F13-BE58-FB1BA97D0265}" srcOrd="0" destOrd="0" presId="urn:microsoft.com/office/officeart/2018/5/layout/IconCircleLabelList"/>
    <dgm:cxn modelId="{382CAB6C-BE50-43B2-803B-BFEE232552F7}" srcId="{A73E7E21-1DCB-43AA-9551-145F6B285DD0}" destId="{BB50CC48-D2AC-42B1-987E-5312C26B215B}" srcOrd="1" destOrd="0" parTransId="{5D1660EE-5DC9-44A1-8D1E-3ED4C0FD09BD}" sibTransId="{93C6798A-10C2-4D34-9107-49AE3CDB0F07}"/>
    <dgm:cxn modelId="{3BA95691-1FC6-4330-AEEF-A3F270F6478E}" srcId="{A73E7E21-1DCB-43AA-9551-145F6B285DD0}" destId="{BC2C5A6F-CD64-48DE-A302-DA137B86AAD1}" srcOrd="0" destOrd="0" parTransId="{3A7DBA0E-1554-4504-825F-72104817C100}" sibTransId="{FE23C0A9-EBFB-4D29-8C1A-70CF0EE318A2}"/>
    <dgm:cxn modelId="{DB923DA0-B283-4C3C-A27A-E9DE4B4E7CB7}" srcId="{A73E7E21-1DCB-43AA-9551-145F6B285DD0}" destId="{B989A749-B361-49F4-9BAE-EBFC793C202D}" srcOrd="2" destOrd="0" parTransId="{A521B4E7-FA3D-4AA0-9D48-A24348F6E824}" sibTransId="{294D4570-8E59-450D-B5EC-8727F66A0B87}"/>
    <dgm:cxn modelId="{E66472C0-A9AE-4A76-8AE8-A267D33901F1}" type="presOf" srcId="{B989A749-B361-49F4-9BAE-EBFC793C202D}" destId="{64518D4D-E528-4CF0-9E15-1630065098CD}" srcOrd="0" destOrd="0" presId="urn:microsoft.com/office/officeart/2018/5/layout/IconCircleLabelList"/>
    <dgm:cxn modelId="{6C216EF0-BDD1-4D49-B143-CBA8A82F7AE2}" type="presOf" srcId="{BB50CC48-D2AC-42B1-987E-5312C26B215B}" destId="{864963B2-73AF-461E-B9DB-162CA1D2F550}" srcOrd="0" destOrd="0" presId="urn:microsoft.com/office/officeart/2018/5/layout/IconCircleLabelList"/>
    <dgm:cxn modelId="{1EFC96F2-9B31-4965-A290-7B19AA825BE9}" type="presOf" srcId="{A73E7E21-1DCB-43AA-9551-145F6B285DD0}" destId="{CA0D9D46-675A-4150-9A47-51FF8D81D242}" srcOrd="0" destOrd="0" presId="urn:microsoft.com/office/officeart/2018/5/layout/IconCircleLabelList"/>
    <dgm:cxn modelId="{5A102A0C-ABB5-4F7C-AA05-72B89E870C42}" type="presParOf" srcId="{CA0D9D46-675A-4150-9A47-51FF8D81D242}" destId="{214A0A42-6EAD-4E02-AB6C-06F28CD2B51B}" srcOrd="0" destOrd="0" presId="urn:microsoft.com/office/officeart/2018/5/layout/IconCircleLabelList"/>
    <dgm:cxn modelId="{8AE9B75E-6452-472C-B10D-F46F3721A335}" type="presParOf" srcId="{214A0A42-6EAD-4E02-AB6C-06F28CD2B51B}" destId="{FFAE4DE7-449F-4ACB-B935-9E706CDA0ED5}" srcOrd="0" destOrd="0" presId="urn:microsoft.com/office/officeart/2018/5/layout/IconCircleLabelList"/>
    <dgm:cxn modelId="{318D667B-78A8-4501-B5CC-10DDFC0F39F9}" type="presParOf" srcId="{214A0A42-6EAD-4E02-AB6C-06F28CD2B51B}" destId="{76682888-2230-49B1-86C4-E5BB8A9D0B07}" srcOrd="1" destOrd="0" presId="urn:microsoft.com/office/officeart/2018/5/layout/IconCircleLabelList"/>
    <dgm:cxn modelId="{DC54882F-546A-49F8-93FD-4BB9B12AC6B7}" type="presParOf" srcId="{214A0A42-6EAD-4E02-AB6C-06F28CD2B51B}" destId="{7B7670CB-76DB-4D9C-8BFC-0F92F757A9AC}" srcOrd="2" destOrd="0" presId="urn:microsoft.com/office/officeart/2018/5/layout/IconCircleLabelList"/>
    <dgm:cxn modelId="{37ABD221-0DE5-4A17-A168-059B2C4A1673}" type="presParOf" srcId="{214A0A42-6EAD-4E02-AB6C-06F28CD2B51B}" destId="{F2D2A344-5D6A-4F13-BE58-FB1BA97D0265}" srcOrd="3" destOrd="0" presId="urn:microsoft.com/office/officeart/2018/5/layout/IconCircleLabelList"/>
    <dgm:cxn modelId="{1D3B559F-B786-4D57-863A-B0E69C4FB12E}" type="presParOf" srcId="{CA0D9D46-675A-4150-9A47-51FF8D81D242}" destId="{E6C8F258-EF82-48A3-8B3A-EE636D10739C}" srcOrd="1" destOrd="0" presId="urn:microsoft.com/office/officeart/2018/5/layout/IconCircleLabelList"/>
    <dgm:cxn modelId="{72C1A6EF-2EF6-427A-8F51-3DB6E74352E1}" type="presParOf" srcId="{CA0D9D46-675A-4150-9A47-51FF8D81D242}" destId="{02E772E7-0F4C-46D1-BDE0-EB45374F669C}" srcOrd="2" destOrd="0" presId="urn:microsoft.com/office/officeart/2018/5/layout/IconCircleLabelList"/>
    <dgm:cxn modelId="{603111AF-0BD6-470B-B2FA-131A7E43D3AF}" type="presParOf" srcId="{02E772E7-0F4C-46D1-BDE0-EB45374F669C}" destId="{1062B69C-10D4-441E-A4FC-4B0535FCED47}" srcOrd="0" destOrd="0" presId="urn:microsoft.com/office/officeart/2018/5/layout/IconCircleLabelList"/>
    <dgm:cxn modelId="{FECD51AD-568F-4D58-B5E9-E553A12DC9AA}" type="presParOf" srcId="{02E772E7-0F4C-46D1-BDE0-EB45374F669C}" destId="{91FE8006-0DDB-4E95-AFD5-7F17A2C7941D}" srcOrd="1" destOrd="0" presId="urn:microsoft.com/office/officeart/2018/5/layout/IconCircleLabelList"/>
    <dgm:cxn modelId="{5CB4E2D6-B07E-41BD-B0A3-3E3DB2D2B9E6}" type="presParOf" srcId="{02E772E7-0F4C-46D1-BDE0-EB45374F669C}" destId="{F0649F0D-8BF0-4170-9FFF-CC861F996CDC}" srcOrd="2" destOrd="0" presId="urn:microsoft.com/office/officeart/2018/5/layout/IconCircleLabelList"/>
    <dgm:cxn modelId="{8FD21B42-ABE8-4668-A756-61F1B0B0F4C1}" type="presParOf" srcId="{02E772E7-0F4C-46D1-BDE0-EB45374F669C}" destId="{864963B2-73AF-461E-B9DB-162CA1D2F550}" srcOrd="3" destOrd="0" presId="urn:microsoft.com/office/officeart/2018/5/layout/IconCircleLabelList"/>
    <dgm:cxn modelId="{8F15511D-9625-4512-9ED8-C6E3E1587582}" type="presParOf" srcId="{CA0D9D46-675A-4150-9A47-51FF8D81D242}" destId="{62810537-7CAA-48F1-9FAE-EBB53F08D775}" srcOrd="3" destOrd="0" presId="urn:microsoft.com/office/officeart/2018/5/layout/IconCircleLabelList"/>
    <dgm:cxn modelId="{9E85865C-5D2B-4FC6-8768-B20993D811F2}" type="presParOf" srcId="{CA0D9D46-675A-4150-9A47-51FF8D81D242}" destId="{5BB45F7E-07FC-4341-BF07-211512F9A546}" srcOrd="4" destOrd="0" presId="urn:microsoft.com/office/officeart/2018/5/layout/IconCircleLabelList"/>
    <dgm:cxn modelId="{46C58D33-2B61-4F68-A257-A5C0159674A0}" type="presParOf" srcId="{5BB45F7E-07FC-4341-BF07-211512F9A546}" destId="{86B17A9F-4080-426E-9D0C-B6CF70E3CBEB}" srcOrd="0" destOrd="0" presId="urn:microsoft.com/office/officeart/2018/5/layout/IconCircleLabelList"/>
    <dgm:cxn modelId="{FE87B94E-B171-405A-9C98-371CB060B461}" type="presParOf" srcId="{5BB45F7E-07FC-4341-BF07-211512F9A546}" destId="{0BBF3650-0C6A-4D55-AC51-C4125C2E48E8}" srcOrd="1" destOrd="0" presId="urn:microsoft.com/office/officeart/2018/5/layout/IconCircleLabelList"/>
    <dgm:cxn modelId="{68FE625A-BC90-4008-88CF-CAE033354278}" type="presParOf" srcId="{5BB45F7E-07FC-4341-BF07-211512F9A546}" destId="{13C03217-4787-4F68-A3D3-665BEFC980B5}" srcOrd="2" destOrd="0" presId="urn:microsoft.com/office/officeart/2018/5/layout/IconCircleLabelList"/>
    <dgm:cxn modelId="{0A1EF6AC-57E2-494D-A036-B4939F530428}" type="presParOf" srcId="{5BB45F7E-07FC-4341-BF07-211512F9A546}" destId="{64518D4D-E528-4CF0-9E15-1630065098C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6245B01-6F26-4344-B4A2-61FF1CCB548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975FC87-D441-4425-AD00-644D9BA82F31}">
      <dgm:prSet/>
      <dgm:spPr/>
      <dgm:t>
        <a:bodyPr/>
        <a:lstStyle/>
        <a:p>
          <a:pPr>
            <a:defRPr cap="all"/>
          </a:pPr>
          <a:r>
            <a:rPr lang="en-US" noProof="0" dirty="0"/>
            <a:t>• </a:t>
          </a:r>
          <a:r>
            <a:rPr lang="en-US" noProof="0" dirty="0" err="1"/>
            <a:t>sprzedaż</a:t>
          </a:r>
          <a:r>
            <a:rPr lang="en-US" noProof="0" dirty="0"/>
            <a:t> </a:t>
          </a:r>
          <a:r>
            <a:rPr lang="en-US" noProof="0" dirty="0" err="1"/>
            <a:t>miesięczna</a:t>
          </a:r>
          <a:endParaRPr lang="en-US" noProof="0" dirty="0"/>
        </a:p>
      </dgm:t>
    </dgm:pt>
    <dgm:pt modelId="{ECCBB6DA-83DE-412D-B923-3537CCFB5D2E}" type="parTrans" cxnId="{FBFE7C6B-05A3-485F-93CF-993301231D8F}">
      <dgm:prSet/>
      <dgm:spPr/>
      <dgm:t>
        <a:bodyPr/>
        <a:lstStyle/>
        <a:p>
          <a:endParaRPr lang="en-US"/>
        </a:p>
      </dgm:t>
    </dgm:pt>
    <dgm:pt modelId="{DBFD6EEE-770E-451A-8E9A-44EEAE6E5CFB}" type="sibTrans" cxnId="{FBFE7C6B-05A3-485F-93CF-993301231D8F}">
      <dgm:prSet/>
      <dgm:spPr/>
      <dgm:t>
        <a:bodyPr/>
        <a:lstStyle/>
        <a:p>
          <a:endParaRPr lang="en-US"/>
        </a:p>
      </dgm:t>
    </dgm:pt>
    <dgm:pt modelId="{6CD31E7A-41C2-4F9B-9BDF-0D0AD2864F68}">
      <dgm:prSet/>
      <dgm:spPr/>
      <dgm:t>
        <a:bodyPr/>
        <a:lstStyle/>
        <a:p>
          <a:pPr>
            <a:defRPr cap="all"/>
          </a:pPr>
          <a:r>
            <a:rPr lang="en-US" noProof="0" dirty="0"/>
            <a:t>• </a:t>
          </a:r>
          <a:r>
            <a:rPr lang="en-US" noProof="0" dirty="0" err="1"/>
            <a:t>Przychód</a:t>
          </a:r>
          <a:r>
            <a:rPr lang="en-US" noProof="0" dirty="0"/>
            <a:t> </a:t>
          </a:r>
          <a:r>
            <a:rPr lang="en-US" noProof="0" dirty="0" err="1"/>
            <a:t>miesięczny</a:t>
          </a:r>
          <a:r>
            <a:rPr lang="en-US" noProof="0" dirty="0"/>
            <a:t> </a:t>
          </a:r>
          <a:r>
            <a:rPr lang="en-US" noProof="0" dirty="0" err="1"/>
            <a:t>wg</a:t>
          </a:r>
          <a:r>
            <a:rPr lang="en-US" noProof="0" dirty="0"/>
            <a:t> </a:t>
          </a:r>
          <a:r>
            <a:rPr lang="en-US" noProof="0" dirty="0" err="1"/>
            <a:t>produktu</a:t>
          </a:r>
          <a:endParaRPr lang="en-US" noProof="0" dirty="0"/>
        </a:p>
      </dgm:t>
    </dgm:pt>
    <dgm:pt modelId="{7D3BE1DE-7682-4EB7-95AC-16E0F548584D}" type="parTrans" cxnId="{A5FB3CC1-8AD4-46D2-994E-86AF61CE7FC2}">
      <dgm:prSet/>
      <dgm:spPr/>
      <dgm:t>
        <a:bodyPr/>
        <a:lstStyle/>
        <a:p>
          <a:endParaRPr lang="en-US"/>
        </a:p>
      </dgm:t>
    </dgm:pt>
    <dgm:pt modelId="{3CDEB676-042A-409D-BFF6-50700D66A074}" type="sibTrans" cxnId="{A5FB3CC1-8AD4-46D2-994E-86AF61CE7FC2}">
      <dgm:prSet/>
      <dgm:spPr/>
      <dgm:t>
        <a:bodyPr/>
        <a:lstStyle/>
        <a:p>
          <a:endParaRPr lang="en-US"/>
        </a:p>
      </dgm:t>
    </dgm:pt>
    <dgm:pt modelId="{AFBC0AC9-8CDD-44ED-9FB6-B2A19569A84E}">
      <dgm:prSet/>
      <dgm:spPr/>
      <dgm:t>
        <a:bodyPr/>
        <a:lstStyle/>
        <a:p>
          <a:pPr>
            <a:defRPr cap="all"/>
          </a:pPr>
          <a:r>
            <a:rPr lang="en-US" noProof="0" dirty="0"/>
            <a:t>• </a:t>
          </a:r>
          <a:r>
            <a:rPr lang="en-US" noProof="0" dirty="0" err="1"/>
            <a:t>prognoza</a:t>
          </a:r>
          <a:r>
            <a:rPr lang="en-US" noProof="0" dirty="0"/>
            <a:t> </a:t>
          </a:r>
          <a:r>
            <a:rPr lang="en-US" noProof="0" dirty="0" err="1"/>
            <a:t>sprzedażowa</a:t>
          </a:r>
          <a:endParaRPr lang="en-US" noProof="0" dirty="0"/>
        </a:p>
      </dgm:t>
    </dgm:pt>
    <dgm:pt modelId="{DE71A8B9-9BC5-4657-B406-BAC03D2600BC}" type="parTrans" cxnId="{8CC35382-0BDA-4342-A7CB-7B7E42785008}">
      <dgm:prSet/>
      <dgm:spPr/>
      <dgm:t>
        <a:bodyPr/>
        <a:lstStyle/>
        <a:p>
          <a:endParaRPr lang="en-US"/>
        </a:p>
      </dgm:t>
    </dgm:pt>
    <dgm:pt modelId="{0E8932A6-E9BA-4058-A41D-1B38F3DCB04B}" type="sibTrans" cxnId="{8CC35382-0BDA-4342-A7CB-7B7E42785008}">
      <dgm:prSet/>
      <dgm:spPr/>
      <dgm:t>
        <a:bodyPr/>
        <a:lstStyle/>
        <a:p>
          <a:endParaRPr lang="en-US"/>
        </a:p>
      </dgm:t>
    </dgm:pt>
    <dgm:pt modelId="{22F9A755-F01C-42E6-ACB5-55B378A56E6D}" type="pres">
      <dgm:prSet presAssocID="{26245B01-6F26-4344-B4A2-61FF1CCB548B}" presName="root" presStyleCnt="0">
        <dgm:presLayoutVars>
          <dgm:dir/>
          <dgm:resizeHandles val="exact"/>
        </dgm:presLayoutVars>
      </dgm:prSet>
      <dgm:spPr/>
    </dgm:pt>
    <dgm:pt modelId="{C85C18F1-432C-432D-B08D-42C613A5D72C}" type="pres">
      <dgm:prSet presAssocID="{B975FC87-D441-4425-AD00-644D9BA82F31}" presName="compNode" presStyleCnt="0"/>
      <dgm:spPr/>
    </dgm:pt>
    <dgm:pt modelId="{2AFFEF5D-A542-4AE2-9533-29DD885ECBD7}" type="pres">
      <dgm:prSet presAssocID="{B975FC87-D441-4425-AD00-644D9BA82F31}" presName="iconBgRect" presStyleLbl="bgShp" presStyleIdx="0" presStyleCnt="3"/>
      <dgm:spPr/>
    </dgm:pt>
    <dgm:pt modelId="{3C29B24F-E33C-471C-92F5-0375AC4C30F4}" type="pres">
      <dgm:prSet presAssocID="{B975FC87-D441-4425-AD00-644D9BA82F3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niądze"/>
        </a:ext>
      </dgm:extLst>
    </dgm:pt>
    <dgm:pt modelId="{F48D3C9F-0BDA-4F07-80E6-3D54AC261D82}" type="pres">
      <dgm:prSet presAssocID="{B975FC87-D441-4425-AD00-644D9BA82F31}" presName="spaceRect" presStyleCnt="0"/>
      <dgm:spPr/>
    </dgm:pt>
    <dgm:pt modelId="{3831CDA9-DDC3-4C3D-9832-E3F79DA5604B}" type="pres">
      <dgm:prSet presAssocID="{B975FC87-D441-4425-AD00-644D9BA82F31}" presName="textRect" presStyleLbl="revTx" presStyleIdx="0" presStyleCnt="3">
        <dgm:presLayoutVars>
          <dgm:chMax val="1"/>
          <dgm:chPref val="1"/>
        </dgm:presLayoutVars>
      </dgm:prSet>
      <dgm:spPr/>
    </dgm:pt>
    <dgm:pt modelId="{C4B107C5-28CA-49CD-9227-CCE8AA95BB95}" type="pres">
      <dgm:prSet presAssocID="{DBFD6EEE-770E-451A-8E9A-44EEAE6E5CFB}" presName="sibTrans" presStyleCnt="0"/>
      <dgm:spPr/>
    </dgm:pt>
    <dgm:pt modelId="{67B91480-69BF-4F57-B7BA-876D42A0DB48}" type="pres">
      <dgm:prSet presAssocID="{6CD31E7A-41C2-4F9B-9BDF-0D0AD2864F68}" presName="compNode" presStyleCnt="0"/>
      <dgm:spPr/>
    </dgm:pt>
    <dgm:pt modelId="{16C71ED8-BD66-4A11-818E-5414B5AAB0AA}" type="pres">
      <dgm:prSet presAssocID="{6CD31E7A-41C2-4F9B-9BDF-0D0AD2864F68}" presName="iconBgRect" presStyleLbl="bgShp" presStyleIdx="1" presStyleCnt="3"/>
      <dgm:spPr/>
    </dgm:pt>
    <dgm:pt modelId="{9822133F-C95A-42FF-9C55-4877E22DAEE6}" type="pres">
      <dgm:prSet presAssocID="{6CD31E7A-41C2-4F9B-9BDF-0D0AD2864F6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asa"/>
        </a:ext>
      </dgm:extLst>
    </dgm:pt>
    <dgm:pt modelId="{B12F8EB7-4028-4106-A313-B65B8CECC36B}" type="pres">
      <dgm:prSet presAssocID="{6CD31E7A-41C2-4F9B-9BDF-0D0AD2864F68}" presName="spaceRect" presStyleCnt="0"/>
      <dgm:spPr/>
    </dgm:pt>
    <dgm:pt modelId="{85CDE48A-2CF8-4982-B952-2F9844C35ABE}" type="pres">
      <dgm:prSet presAssocID="{6CD31E7A-41C2-4F9B-9BDF-0D0AD2864F68}" presName="textRect" presStyleLbl="revTx" presStyleIdx="1" presStyleCnt="3">
        <dgm:presLayoutVars>
          <dgm:chMax val="1"/>
          <dgm:chPref val="1"/>
        </dgm:presLayoutVars>
      </dgm:prSet>
      <dgm:spPr/>
    </dgm:pt>
    <dgm:pt modelId="{81ADFF40-1B0A-45DF-A683-256DA3CBA37A}" type="pres">
      <dgm:prSet presAssocID="{3CDEB676-042A-409D-BFF6-50700D66A074}" presName="sibTrans" presStyleCnt="0"/>
      <dgm:spPr/>
    </dgm:pt>
    <dgm:pt modelId="{1839F6C3-E9F3-43C6-995F-FA312A1C0D9D}" type="pres">
      <dgm:prSet presAssocID="{AFBC0AC9-8CDD-44ED-9FB6-B2A19569A84E}" presName="compNode" presStyleCnt="0"/>
      <dgm:spPr/>
    </dgm:pt>
    <dgm:pt modelId="{84CD8380-9C7F-4D66-84AC-7A3AF42EB4BB}" type="pres">
      <dgm:prSet presAssocID="{AFBC0AC9-8CDD-44ED-9FB6-B2A19569A84E}" presName="iconBgRect" presStyleLbl="bgShp" presStyleIdx="2" presStyleCnt="3"/>
      <dgm:spPr/>
    </dgm:pt>
    <dgm:pt modelId="{5E10E4ED-201C-42A6-AE6A-C760B8F73E08}" type="pres">
      <dgm:prSet presAssocID="{AFBC0AC9-8CDD-44ED-9FB6-B2A19569A84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basket"/>
        </a:ext>
      </dgm:extLst>
    </dgm:pt>
    <dgm:pt modelId="{CF40850A-D381-47FE-BB95-E0A9D7683667}" type="pres">
      <dgm:prSet presAssocID="{AFBC0AC9-8CDD-44ED-9FB6-B2A19569A84E}" presName="spaceRect" presStyleCnt="0"/>
      <dgm:spPr/>
    </dgm:pt>
    <dgm:pt modelId="{82C6CC60-74B8-4FC1-BB35-6039994376AE}" type="pres">
      <dgm:prSet presAssocID="{AFBC0AC9-8CDD-44ED-9FB6-B2A19569A84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7EC9C09-4D68-4BDF-B781-6ACFD22EED20}" type="presOf" srcId="{26245B01-6F26-4344-B4A2-61FF1CCB548B}" destId="{22F9A755-F01C-42E6-ACB5-55B378A56E6D}" srcOrd="0" destOrd="0" presId="urn:microsoft.com/office/officeart/2018/5/layout/IconCircleLabelList"/>
    <dgm:cxn modelId="{22081019-5A7C-4BD1-BF32-9EC2043CFBA6}" type="presOf" srcId="{AFBC0AC9-8CDD-44ED-9FB6-B2A19569A84E}" destId="{82C6CC60-74B8-4FC1-BB35-6039994376AE}" srcOrd="0" destOrd="0" presId="urn:microsoft.com/office/officeart/2018/5/layout/IconCircleLabelList"/>
    <dgm:cxn modelId="{C855F933-48AC-46E0-975D-874D53D0DE2D}" type="presOf" srcId="{6CD31E7A-41C2-4F9B-9BDF-0D0AD2864F68}" destId="{85CDE48A-2CF8-4982-B952-2F9844C35ABE}" srcOrd="0" destOrd="0" presId="urn:microsoft.com/office/officeart/2018/5/layout/IconCircleLabelList"/>
    <dgm:cxn modelId="{0CA74B43-A78E-4CAA-AD50-0452BEDC4AAA}" type="presOf" srcId="{B975FC87-D441-4425-AD00-644D9BA82F31}" destId="{3831CDA9-DDC3-4C3D-9832-E3F79DA5604B}" srcOrd="0" destOrd="0" presId="urn:microsoft.com/office/officeart/2018/5/layout/IconCircleLabelList"/>
    <dgm:cxn modelId="{FBFE7C6B-05A3-485F-93CF-993301231D8F}" srcId="{26245B01-6F26-4344-B4A2-61FF1CCB548B}" destId="{B975FC87-D441-4425-AD00-644D9BA82F31}" srcOrd="0" destOrd="0" parTransId="{ECCBB6DA-83DE-412D-B923-3537CCFB5D2E}" sibTransId="{DBFD6EEE-770E-451A-8E9A-44EEAE6E5CFB}"/>
    <dgm:cxn modelId="{8CC35382-0BDA-4342-A7CB-7B7E42785008}" srcId="{26245B01-6F26-4344-B4A2-61FF1CCB548B}" destId="{AFBC0AC9-8CDD-44ED-9FB6-B2A19569A84E}" srcOrd="2" destOrd="0" parTransId="{DE71A8B9-9BC5-4657-B406-BAC03D2600BC}" sibTransId="{0E8932A6-E9BA-4058-A41D-1B38F3DCB04B}"/>
    <dgm:cxn modelId="{A5FB3CC1-8AD4-46D2-994E-86AF61CE7FC2}" srcId="{26245B01-6F26-4344-B4A2-61FF1CCB548B}" destId="{6CD31E7A-41C2-4F9B-9BDF-0D0AD2864F68}" srcOrd="1" destOrd="0" parTransId="{7D3BE1DE-7682-4EB7-95AC-16E0F548584D}" sibTransId="{3CDEB676-042A-409D-BFF6-50700D66A074}"/>
    <dgm:cxn modelId="{BE62C84E-7296-4B1B-8994-80B4381A65AE}" type="presParOf" srcId="{22F9A755-F01C-42E6-ACB5-55B378A56E6D}" destId="{C85C18F1-432C-432D-B08D-42C613A5D72C}" srcOrd="0" destOrd="0" presId="urn:microsoft.com/office/officeart/2018/5/layout/IconCircleLabelList"/>
    <dgm:cxn modelId="{A7E5CF2B-8ED8-453E-96C7-8BFE98995405}" type="presParOf" srcId="{C85C18F1-432C-432D-B08D-42C613A5D72C}" destId="{2AFFEF5D-A542-4AE2-9533-29DD885ECBD7}" srcOrd="0" destOrd="0" presId="urn:microsoft.com/office/officeart/2018/5/layout/IconCircleLabelList"/>
    <dgm:cxn modelId="{9BB07460-B204-43D4-9C45-B7593C719605}" type="presParOf" srcId="{C85C18F1-432C-432D-B08D-42C613A5D72C}" destId="{3C29B24F-E33C-471C-92F5-0375AC4C30F4}" srcOrd="1" destOrd="0" presId="urn:microsoft.com/office/officeart/2018/5/layout/IconCircleLabelList"/>
    <dgm:cxn modelId="{F14FE582-C956-4543-8ED4-6BDBAA893FCD}" type="presParOf" srcId="{C85C18F1-432C-432D-B08D-42C613A5D72C}" destId="{F48D3C9F-0BDA-4F07-80E6-3D54AC261D82}" srcOrd="2" destOrd="0" presId="urn:microsoft.com/office/officeart/2018/5/layout/IconCircleLabelList"/>
    <dgm:cxn modelId="{5FAD9C34-BA04-4818-A98B-15AFB22CDA33}" type="presParOf" srcId="{C85C18F1-432C-432D-B08D-42C613A5D72C}" destId="{3831CDA9-DDC3-4C3D-9832-E3F79DA5604B}" srcOrd="3" destOrd="0" presId="urn:microsoft.com/office/officeart/2018/5/layout/IconCircleLabelList"/>
    <dgm:cxn modelId="{1DD4B0F4-B81C-40C3-ADDC-6359C9A753D9}" type="presParOf" srcId="{22F9A755-F01C-42E6-ACB5-55B378A56E6D}" destId="{C4B107C5-28CA-49CD-9227-CCE8AA95BB95}" srcOrd="1" destOrd="0" presId="urn:microsoft.com/office/officeart/2018/5/layout/IconCircleLabelList"/>
    <dgm:cxn modelId="{1598455C-18A1-4B15-A73E-1E90D8947D77}" type="presParOf" srcId="{22F9A755-F01C-42E6-ACB5-55B378A56E6D}" destId="{67B91480-69BF-4F57-B7BA-876D42A0DB48}" srcOrd="2" destOrd="0" presId="urn:microsoft.com/office/officeart/2018/5/layout/IconCircleLabelList"/>
    <dgm:cxn modelId="{049C8324-7596-4608-8D85-054EBC3F368E}" type="presParOf" srcId="{67B91480-69BF-4F57-B7BA-876D42A0DB48}" destId="{16C71ED8-BD66-4A11-818E-5414B5AAB0AA}" srcOrd="0" destOrd="0" presId="urn:microsoft.com/office/officeart/2018/5/layout/IconCircleLabelList"/>
    <dgm:cxn modelId="{93B7AB6E-58A2-416A-A5AE-2EA5AD82DAA9}" type="presParOf" srcId="{67B91480-69BF-4F57-B7BA-876D42A0DB48}" destId="{9822133F-C95A-42FF-9C55-4877E22DAEE6}" srcOrd="1" destOrd="0" presId="urn:microsoft.com/office/officeart/2018/5/layout/IconCircleLabelList"/>
    <dgm:cxn modelId="{86015CC2-DD1C-4680-962B-114845AFD952}" type="presParOf" srcId="{67B91480-69BF-4F57-B7BA-876D42A0DB48}" destId="{B12F8EB7-4028-4106-A313-B65B8CECC36B}" srcOrd="2" destOrd="0" presId="urn:microsoft.com/office/officeart/2018/5/layout/IconCircleLabelList"/>
    <dgm:cxn modelId="{83782AB6-58A2-4677-8B1F-F423F9F06D03}" type="presParOf" srcId="{67B91480-69BF-4F57-B7BA-876D42A0DB48}" destId="{85CDE48A-2CF8-4982-B952-2F9844C35ABE}" srcOrd="3" destOrd="0" presId="urn:microsoft.com/office/officeart/2018/5/layout/IconCircleLabelList"/>
    <dgm:cxn modelId="{A8DE054D-E6B1-4D61-962B-5E56C18F6BC9}" type="presParOf" srcId="{22F9A755-F01C-42E6-ACB5-55B378A56E6D}" destId="{81ADFF40-1B0A-45DF-A683-256DA3CBA37A}" srcOrd="3" destOrd="0" presId="urn:microsoft.com/office/officeart/2018/5/layout/IconCircleLabelList"/>
    <dgm:cxn modelId="{71FAB0FD-C1E0-46A7-889D-7EB925F5EE68}" type="presParOf" srcId="{22F9A755-F01C-42E6-ACB5-55B378A56E6D}" destId="{1839F6C3-E9F3-43C6-995F-FA312A1C0D9D}" srcOrd="4" destOrd="0" presId="urn:microsoft.com/office/officeart/2018/5/layout/IconCircleLabelList"/>
    <dgm:cxn modelId="{7A9297EE-990A-429F-8C68-147179954F2D}" type="presParOf" srcId="{1839F6C3-E9F3-43C6-995F-FA312A1C0D9D}" destId="{84CD8380-9C7F-4D66-84AC-7A3AF42EB4BB}" srcOrd="0" destOrd="0" presId="urn:microsoft.com/office/officeart/2018/5/layout/IconCircleLabelList"/>
    <dgm:cxn modelId="{20852972-B774-48C4-9419-0D8B28F676EE}" type="presParOf" srcId="{1839F6C3-E9F3-43C6-995F-FA312A1C0D9D}" destId="{5E10E4ED-201C-42A6-AE6A-C760B8F73E08}" srcOrd="1" destOrd="0" presId="urn:microsoft.com/office/officeart/2018/5/layout/IconCircleLabelList"/>
    <dgm:cxn modelId="{1DACEEEB-27BF-4D73-BE8C-FD71E70D9218}" type="presParOf" srcId="{1839F6C3-E9F3-43C6-995F-FA312A1C0D9D}" destId="{CF40850A-D381-47FE-BB95-E0A9D7683667}" srcOrd="2" destOrd="0" presId="urn:microsoft.com/office/officeart/2018/5/layout/IconCircleLabelList"/>
    <dgm:cxn modelId="{C59F2D1E-F296-4E00-BAC9-08680F190C6E}" type="presParOf" srcId="{1839F6C3-E9F3-43C6-995F-FA312A1C0D9D}" destId="{82C6CC60-74B8-4FC1-BB35-6039994376A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5126A9A-0CB2-4DC2-A60C-A7814380034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96A0D3B-49B6-4D92-A1C8-B9E59FF3EF4E}">
      <dgm:prSet/>
      <dgm:spPr/>
      <dgm:t>
        <a:bodyPr/>
        <a:lstStyle/>
        <a:p>
          <a:r>
            <a:rPr lang="en-US" noProof="0" dirty="0"/>
            <a:t>• </a:t>
          </a:r>
          <a:r>
            <a:rPr lang="en-US" noProof="0" dirty="0" err="1"/>
            <a:t>Szybki</a:t>
          </a:r>
          <a:r>
            <a:rPr lang="en-US" noProof="0" dirty="0"/>
            <a:t> </a:t>
          </a:r>
          <a:r>
            <a:rPr lang="en-US" noProof="0" dirty="0" err="1"/>
            <a:t>dostęp</a:t>
          </a:r>
          <a:r>
            <a:rPr lang="en-US" noProof="0" dirty="0"/>
            <a:t> do </a:t>
          </a:r>
          <a:r>
            <a:rPr lang="en-US" noProof="0" dirty="0" err="1"/>
            <a:t>danych</a:t>
          </a:r>
          <a:endParaRPr lang="en-US" noProof="0" dirty="0"/>
        </a:p>
      </dgm:t>
    </dgm:pt>
    <dgm:pt modelId="{0FB71AA5-23B0-420A-976E-92B2905FB2B2}" type="parTrans" cxnId="{1671C742-D222-494C-BCD4-C05B1D8C6E5C}">
      <dgm:prSet/>
      <dgm:spPr/>
      <dgm:t>
        <a:bodyPr/>
        <a:lstStyle/>
        <a:p>
          <a:endParaRPr lang="en-US"/>
        </a:p>
      </dgm:t>
    </dgm:pt>
    <dgm:pt modelId="{FCE254CF-6A1F-4E79-AB77-696398455D79}" type="sibTrans" cxnId="{1671C742-D222-494C-BCD4-C05B1D8C6E5C}">
      <dgm:prSet/>
      <dgm:spPr/>
      <dgm:t>
        <a:bodyPr/>
        <a:lstStyle/>
        <a:p>
          <a:endParaRPr lang="en-US"/>
        </a:p>
      </dgm:t>
    </dgm:pt>
    <dgm:pt modelId="{428D3F5B-E0F9-4277-80CC-2FC62D1B7081}">
      <dgm:prSet/>
      <dgm:spPr/>
      <dgm:t>
        <a:bodyPr/>
        <a:lstStyle/>
        <a:p>
          <a:r>
            <a:rPr lang="en-US" noProof="0" dirty="0"/>
            <a:t>• </a:t>
          </a:r>
          <a:r>
            <a:rPr lang="en-US" noProof="0" dirty="0" err="1"/>
            <a:t>Lepsze</a:t>
          </a:r>
          <a:r>
            <a:rPr lang="en-US" noProof="0" dirty="0"/>
            <a:t> </a:t>
          </a:r>
          <a:r>
            <a:rPr lang="en-US" noProof="0" dirty="0" err="1"/>
            <a:t>decyzje</a:t>
          </a:r>
          <a:r>
            <a:rPr lang="en-US" noProof="0" dirty="0"/>
            <a:t> </a:t>
          </a:r>
          <a:r>
            <a:rPr lang="en-US" noProof="0" dirty="0" err="1"/>
            <a:t>biznesowe</a:t>
          </a:r>
          <a:endParaRPr lang="en-US" noProof="0" dirty="0"/>
        </a:p>
      </dgm:t>
    </dgm:pt>
    <dgm:pt modelId="{CF374E47-8DB9-4661-B10D-456058513421}" type="parTrans" cxnId="{2B520382-72ED-4445-891C-2BB47B13ABC6}">
      <dgm:prSet/>
      <dgm:spPr/>
      <dgm:t>
        <a:bodyPr/>
        <a:lstStyle/>
        <a:p>
          <a:endParaRPr lang="en-US"/>
        </a:p>
      </dgm:t>
    </dgm:pt>
    <dgm:pt modelId="{12252650-B3A9-4D1C-B87C-DBB5EFF68FD1}" type="sibTrans" cxnId="{2B520382-72ED-4445-891C-2BB47B13ABC6}">
      <dgm:prSet/>
      <dgm:spPr/>
      <dgm:t>
        <a:bodyPr/>
        <a:lstStyle/>
        <a:p>
          <a:endParaRPr lang="en-US"/>
        </a:p>
      </dgm:t>
    </dgm:pt>
    <dgm:pt modelId="{387E2A18-F06A-419A-8198-1C76098A0A07}">
      <dgm:prSet/>
      <dgm:spPr/>
      <dgm:t>
        <a:bodyPr/>
        <a:lstStyle/>
        <a:p>
          <a:r>
            <a:rPr lang="en-US" noProof="0" dirty="0"/>
            <a:t>• </a:t>
          </a:r>
          <a:r>
            <a:rPr lang="en-US" noProof="0" dirty="0" err="1"/>
            <a:t>Skalowalne</a:t>
          </a:r>
          <a:r>
            <a:rPr lang="en-US" noProof="0" dirty="0"/>
            <a:t> </a:t>
          </a:r>
          <a:r>
            <a:rPr lang="en-US" noProof="0" dirty="0" err="1"/>
            <a:t>rozwiązanie</a:t>
          </a:r>
          <a:r>
            <a:rPr lang="en-US" noProof="0" dirty="0"/>
            <a:t> </a:t>
          </a:r>
          <a:r>
            <a:rPr lang="en-US" noProof="0" dirty="0" err="1"/>
            <a:t>analityczne</a:t>
          </a:r>
          <a:endParaRPr lang="en-US" noProof="0" dirty="0"/>
        </a:p>
      </dgm:t>
    </dgm:pt>
    <dgm:pt modelId="{76336D98-AACA-460A-B628-C68DA7E69EBF}" type="parTrans" cxnId="{D3380FB0-7069-41BF-9514-43E4A4E8DD9E}">
      <dgm:prSet/>
      <dgm:spPr/>
      <dgm:t>
        <a:bodyPr/>
        <a:lstStyle/>
        <a:p>
          <a:endParaRPr lang="en-US"/>
        </a:p>
      </dgm:t>
    </dgm:pt>
    <dgm:pt modelId="{12980E68-F668-4E15-88CA-783CFA53F0B6}" type="sibTrans" cxnId="{D3380FB0-7069-41BF-9514-43E4A4E8DD9E}">
      <dgm:prSet/>
      <dgm:spPr/>
      <dgm:t>
        <a:bodyPr/>
        <a:lstStyle/>
        <a:p>
          <a:endParaRPr lang="en-US"/>
        </a:p>
      </dgm:t>
    </dgm:pt>
    <dgm:pt modelId="{C7D69AE6-DC04-4798-8B37-3EA73229F2F5}" type="pres">
      <dgm:prSet presAssocID="{35126A9A-0CB2-4DC2-A60C-A78143800349}" presName="root" presStyleCnt="0">
        <dgm:presLayoutVars>
          <dgm:dir/>
          <dgm:resizeHandles val="exact"/>
        </dgm:presLayoutVars>
      </dgm:prSet>
      <dgm:spPr/>
    </dgm:pt>
    <dgm:pt modelId="{44E6EAE4-EEB5-4826-95EB-EC2950A091B8}" type="pres">
      <dgm:prSet presAssocID="{496A0D3B-49B6-4D92-A1C8-B9E59FF3EF4E}" presName="compNode" presStyleCnt="0"/>
      <dgm:spPr/>
    </dgm:pt>
    <dgm:pt modelId="{F517AE27-BAA4-4C2F-B755-6F4083A0E7DE}" type="pres">
      <dgm:prSet presAssocID="{496A0D3B-49B6-4D92-A1C8-B9E59FF3EF4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egać"/>
        </a:ext>
      </dgm:extLst>
    </dgm:pt>
    <dgm:pt modelId="{A3A599B1-DCB4-4388-8290-C3738AA06096}" type="pres">
      <dgm:prSet presAssocID="{496A0D3B-49B6-4D92-A1C8-B9E59FF3EF4E}" presName="spaceRect" presStyleCnt="0"/>
      <dgm:spPr/>
    </dgm:pt>
    <dgm:pt modelId="{9EE461CD-9658-48DE-ABF5-597F4CF5057F}" type="pres">
      <dgm:prSet presAssocID="{496A0D3B-49B6-4D92-A1C8-B9E59FF3EF4E}" presName="textRect" presStyleLbl="revTx" presStyleIdx="0" presStyleCnt="3">
        <dgm:presLayoutVars>
          <dgm:chMax val="1"/>
          <dgm:chPref val="1"/>
        </dgm:presLayoutVars>
      </dgm:prSet>
      <dgm:spPr/>
    </dgm:pt>
    <dgm:pt modelId="{21D32857-EF8F-4EC1-8394-6C70D84AD024}" type="pres">
      <dgm:prSet presAssocID="{FCE254CF-6A1F-4E79-AB77-696398455D79}" presName="sibTrans" presStyleCnt="0"/>
      <dgm:spPr/>
    </dgm:pt>
    <dgm:pt modelId="{3B95FF28-CA48-45E7-94D6-F603AA78B7E4}" type="pres">
      <dgm:prSet presAssocID="{428D3F5B-E0F9-4277-80CC-2FC62D1B7081}" presName="compNode" presStyleCnt="0"/>
      <dgm:spPr/>
    </dgm:pt>
    <dgm:pt modelId="{D3E8F135-98BF-4747-8FB9-9A56ACE2F453}" type="pres">
      <dgm:prSet presAssocID="{428D3F5B-E0F9-4277-80CC-2FC62D1B708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3A1FAE70-4F4E-4CD3-A26D-A5CF4A8558C5}" type="pres">
      <dgm:prSet presAssocID="{428D3F5B-E0F9-4277-80CC-2FC62D1B7081}" presName="spaceRect" presStyleCnt="0"/>
      <dgm:spPr/>
    </dgm:pt>
    <dgm:pt modelId="{55A22C45-B619-4B3B-BE45-9F84B94B5585}" type="pres">
      <dgm:prSet presAssocID="{428D3F5B-E0F9-4277-80CC-2FC62D1B7081}" presName="textRect" presStyleLbl="revTx" presStyleIdx="1" presStyleCnt="3">
        <dgm:presLayoutVars>
          <dgm:chMax val="1"/>
          <dgm:chPref val="1"/>
        </dgm:presLayoutVars>
      </dgm:prSet>
      <dgm:spPr/>
    </dgm:pt>
    <dgm:pt modelId="{A1F0D344-0F61-4B1C-A454-D541EBB3D9F2}" type="pres">
      <dgm:prSet presAssocID="{12252650-B3A9-4D1C-B87C-DBB5EFF68FD1}" presName="sibTrans" presStyleCnt="0"/>
      <dgm:spPr/>
    </dgm:pt>
    <dgm:pt modelId="{18DD83A7-1323-4592-8A62-A824BE2FFEC1}" type="pres">
      <dgm:prSet presAssocID="{387E2A18-F06A-419A-8198-1C76098A0A07}" presName="compNode" presStyleCnt="0"/>
      <dgm:spPr/>
    </dgm:pt>
    <dgm:pt modelId="{B05CFD98-14D0-42C6-9846-FADC4A99B69A}" type="pres">
      <dgm:prSet presAssocID="{387E2A18-F06A-419A-8198-1C76098A0A0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lba"/>
        </a:ext>
      </dgm:extLst>
    </dgm:pt>
    <dgm:pt modelId="{4FCD1FF9-5A9E-42BE-A27A-5E84EBF0E715}" type="pres">
      <dgm:prSet presAssocID="{387E2A18-F06A-419A-8198-1C76098A0A07}" presName="spaceRect" presStyleCnt="0"/>
      <dgm:spPr/>
    </dgm:pt>
    <dgm:pt modelId="{B3E79F07-6154-4AAC-BCE5-88E1EFFB3B85}" type="pres">
      <dgm:prSet presAssocID="{387E2A18-F06A-419A-8198-1C76098A0A0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49CB81A-B7BA-4989-9133-06EFE49CFBDD}" type="presOf" srcId="{387E2A18-F06A-419A-8198-1C76098A0A07}" destId="{B3E79F07-6154-4AAC-BCE5-88E1EFFB3B85}" srcOrd="0" destOrd="0" presId="urn:microsoft.com/office/officeart/2018/2/layout/IconLabelList"/>
    <dgm:cxn modelId="{1671C742-D222-494C-BCD4-C05B1D8C6E5C}" srcId="{35126A9A-0CB2-4DC2-A60C-A78143800349}" destId="{496A0D3B-49B6-4D92-A1C8-B9E59FF3EF4E}" srcOrd="0" destOrd="0" parTransId="{0FB71AA5-23B0-420A-976E-92B2905FB2B2}" sibTransId="{FCE254CF-6A1F-4E79-AB77-696398455D79}"/>
    <dgm:cxn modelId="{B98CF650-4932-4E7A-92CA-CC3A2A030566}" type="presOf" srcId="{428D3F5B-E0F9-4277-80CC-2FC62D1B7081}" destId="{55A22C45-B619-4B3B-BE45-9F84B94B5585}" srcOrd="0" destOrd="0" presId="urn:microsoft.com/office/officeart/2018/2/layout/IconLabelList"/>
    <dgm:cxn modelId="{2B520382-72ED-4445-891C-2BB47B13ABC6}" srcId="{35126A9A-0CB2-4DC2-A60C-A78143800349}" destId="{428D3F5B-E0F9-4277-80CC-2FC62D1B7081}" srcOrd="1" destOrd="0" parTransId="{CF374E47-8DB9-4661-B10D-456058513421}" sibTransId="{12252650-B3A9-4D1C-B87C-DBB5EFF68FD1}"/>
    <dgm:cxn modelId="{D3380FB0-7069-41BF-9514-43E4A4E8DD9E}" srcId="{35126A9A-0CB2-4DC2-A60C-A78143800349}" destId="{387E2A18-F06A-419A-8198-1C76098A0A07}" srcOrd="2" destOrd="0" parTransId="{76336D98-AACA-460A-B628-C68DA7E69EBF}" sibTransId="{12980E68-F668-4E15-88CA-783CFA53F0B6}"/>
    <dgm:cxn modelId="{C2DDDFB7-7FA8-4DC9-B756-042CC69A04C9}" type="presOf" srcId="{35126A9A-0CB2-4DC2-A60C-A78143800349}" destId="{C7D69AE6-DC04-4798-8B37-3EA73229F2F5}" srcOrd="0" destOrd="0" presId="urn:microsoft.com/office/officeart/2018/2/layout/IconLabelList"/>
    <dgm:cxn modelId="{C7E5B7EB-96EB-422E-992E-F77463B3E8DB}" type="presOf" srcId="{496A0D3B-49B6-4D92-A1C8-B9E59FF3EF4E}" destId="{9EE461CD-9658-48DE-ABF5-597F4CF5057F}" srcOrd="0" destOrd="0" presId="urn:microsoft.com/office/officeart/2018/2/layout/IconLabelList"/>
    <dgm:cxn modelId="{14785A5D-65FF-4D39-9115-F0E3D1508ABB}" type="presParOf" srcId="{C7D69AE6-DC04-4798-8B37-3EA73229F2F5}" destId="{44E6EAE4-EEB5-4826-95EB-EC2950A091B8}" srcOrd="0" destOrd="0" presId="urn:microsoft.com/office/officeart/2018/2/layout/IconLabelList"/>
    <dgm:cxn modelId="{D5D604DD-0600-4E1F-8B7F-718CF7AA71B9}" type="presParOf" srcId="{44E6EAE4-EEB5-4826-95EB-EC2950A091B8}" destId="{F517AE27-BAA4-4C2F-B755-6F4083A0E7DE}" srcOrd="0" destOrd="0" presId="urn:microsoft.com/office/officeart/2018/2/layout/IconLabelList"/>
    <dgm:cxn modelId="{72354DCC-06C8-476D-9041-3183BABA2688}" type="presParOf" srcId="{44E6EAE4-EEB5-4826-95EB-EC2950A091B8}" destId="{A3A599B1-DCB4-4388-8290-C3738AA06096}" srcOrd="1" destOrd="0" presId="urn:microsoft.com/office/officeart/2018/2/layout/IconLabelList"/>
    <dgm:cxn modelId="{5250495B-EA8E-4E1B-9659-F7157FEDAB7C}" type="presParOf" srcId="{44E6EAE4-EEB5-4826-95EB-EC2950A091B8}" destId="{9EE461CD-9658-48DE-ABF5-597F4CF5057F}" srcOrd="2" destOrd="0" presId="urn:microsoft.com/office/officeart/2018/2/layout/IconLabelList"/>
    <dgm:cxn modelId="{2E79ACCD-B11D-43D5-8C2B-E9F97C27B5CE}" type="presParOf" srcId="{C7D69AE6-DC04-4798-8B37-3EA73229F2F5}" destId="{21D32857-EF8F-4EC1-8394-6C70D84AD024}" srcOrd="1" destOrd="0" presId="urn:microsoft.com/office/officeart/2018/2/layout/IconLabelList"/>
    <dgm:cxn modelId="{11B63DEA-B7ED-495D-9BEF-49A477F42ACC}" type="presParOf" srcId="{C7D69AE6-DC04-4798-8B37-3EA73229F2F5}" destId="{3B95FF28-CA48-45E7-94D6-F603AA78B7E4}" srcOrd="2" destOrd="0" presId="urn:microsoft.com/office/officeart/2018/2/layout/IconLabelList"/>
    <dgm:cxn modelId="{E244AAB7-F233-4C38-A09E-B394E0A241D5}" type="presParOf" srcId="{3B95FF28-CA48-45E7-94D6-F603AA78B7E4}" destId="{D3E8F135-98BF-4747-8FB9-9A56ACE2F453}" srcOrd="0" destOrd="0" presId="urn:microsoft.com/office/officeart/2018/2/layout/IconLabelList"/>
    <dgm:cxn modelId="{0DC0EBAF-94D8-4246-BD04-07BD9DBBA66B}" type="presParOf" srcId="{3B95FF28-CA48-45E7-94D6-F603AA78B7E4}" destId="{3A1FAE70-4F4E-4CD3-A26D-A5CF4A8558C5}" srcOrd="1" destOrd="0" presId="urn:microsoft.com/office/officeart/2018/2/layout/IconLabelList"/>
    <dgm:cxn modelId="{321A3F62-D613-47CE-9E71-898462022FCE}" type="presParOf" srcId="{3B95FF28-CA48-45E7-94D6-F603AA78B7E4}" destId="{55A22C45-B619-4B3B-BE45-9F84B94B5585}" srcOrd="2" destOrd="0" presId="urn:microsoft.com/office/officeart/2018/2/layout/IconLabelList"/>
    <dgm:cxn modelId="{125EDB17-FD90-48F0-A3D1-F3280611FC2F}" type="presParOf" srcId="{C7D69AE6-DC04-4798-8B37-3EA73229F2F5}" destId="{A1F0D344-0F61-4B1C-A454-D541EBB3D9F2}" srcOrd="3" destOrd="0" presId="urn:microsoft.com/office/officeart/2018/2/layout/IconLabelList"/>
    <dgm:cxn modelId="{F2489FF8-3AB4-4ACE-86C9-B6528AEEE0F8}" type="presParOf" srcId="{C7D69AE6-DC04-4798-8B37-3EA73229F2F5}" destId="{18DD83A7-1323-4592-8A62-A824BE2FFEC1}" srcOrd="4" destOrd="0" presId="urn:microsoft.com/office/officeart/2018/2/layout/IconLabelList"/>
    <dgm:cxn modelId="{E95E7938-C4CA-4912-B7A7-0A203B3EFAFB}" type="presParOf" srcId="{18DD83A7-1323-4592-8A62-A824BE2FFEC1}" destId="{B05CFD98-14D0-42C6-9846-FADC4A99B69A}" srcOrd="0" destOrd="0" presId="urn:microsoft.com/office/officeart/2018/2/layout/IconLabelList"/>
    <dgm:cxn modelId="{64133E2A-86FA-4C6A-AE50-464990A6DFB0}" type="presParOf" srcId="{18DD83A7-1323-4592-8A62-A824BE2FFEC1}" destId="{4FCD1FF9-5A9E-42BE-A27A-5E84EBF0E715}" srcOrd="1" destOrd="0" presId="urn:microsoft.com/office/officeart/2018/2/layout/IconLabelList"/>
    <dgm:cxn modelId="{6CC30D5F-ACFD-44CD-921F-BC29327741EB}" type="presParOf" srcId="{18DD83A7-1323-4592-8A62-A824BE2FFEC1}" destId="{B3E79F07-6154-4AAC-BCE5-88E1EFFB3B8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4C8CD6A-E898-4B4F-B3C3-F6FD629E8BE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6CC7499-588A-4E3E-9280-7973BC6F880A}">
      <dgm:prSet/>
      <dgm:spPr/>
      <dgm:t>
        <a:bodyPr/>
        <a:lstStyle/>
        <a:p>
          <a:pPr>
            <a:defRPr cap="all"/>
          </a:pPr>
          <a:r>
            <a:rPr lang="en-US" noProof="0" dirty="0"/>
            <a:t>Projekt </a:t>
          </a:r>
          <a:r>
            <a:rPr lang="en-US" noProof="0" dirty="0" err="1"/>
            <a:t>pokazuje</a:t>
          </a:r>
          <a:r>
            <a:rPr lang="en-US" noProof="0" dirty="0"/>
            <a:t> </a:t>
          </a:r>
          <a:r>
            <a:rPr lang="en-US" noProof="0" dirty="0" err="1"/>
            <a:t>praktyczne</a:t>
          </a:r>
          <a:r>
            <a:rPr lang="en-US" noProof="0" dirty="0"/>
            <a:t> </a:t>
          </a:r>
          <a:r>
            <a:rPr lang="en-US" noProof="0" dirty="0" err="1"/>
            <a:t>umiejętności</a:t>
          </a:r>
          <a:r>
            <a:rPr lang="en-US" noProof="0" dirty="0"/>
            <a:t> </a:t>
          </a:r>
          <a:r>
            <a:rPr lang="en-US" noProof="0" dirty="0" err="1"/>
            <a:t>analityczne</a:t>
          </a:r>
          <a:endParaRPr lang="en-US" noProof="0" dirty="0"/>
        </a:p>
      </dgm:t>
    </dgm:pt>
    <dgm:pt modelId="{4E0EA2A3-1354-42A2-B3CC-C62B67107401}" type="parTrans" cxnId="{35245C36-B1DB-4BAA-872E-0D861752CE00}">
      <dgm:prSet/>
      <dgm:spPr/>
      <dgm:t>
        <a:bodyPr/>
        <a:lstStyle/>
        <a:p>
          <a:endParaRPr lang="en-US"/>
        </a:p>
      </dgm:t>
    </dgm:pt>
    <dgm:pt modelId="{41B5E621-80E7-4FC0-ABE7-2C999C96F32C}" type="sibTrans" cxnId="{35245C36-B1DB-4BAA-872E-0D861752CE00}">
      <dgm:prSet/>
      <dgm:spPr/>
      <dgm:t>
        <a:bodyPr/>
        <a:lstStyle/>
        <a:p>
          <a:endParaRPr lang="en-US"/>
        </a:p>
      </dgm:t>
    </dgm:pt>
    <dgm:pt modelId="{4BC46A13-81D8-4326-8A2E-3A40D70FCC3F}">
      <dgm:prSet/>
      <dgm:spPr/>
      <dgm:t>
        <a:bodyPr/>
        <a:lstStyle/>
        <a:p>
          <a:pPr>
            <a:defRPr cap="all"/>
          </a:pPr>
          <a:r>
            <a:rPr lang="en-US" noProof="0" dirty="0" err="1"/>
            <a:t>Gotowość</a:t>
          </a:r>
          <a:r>
            <a:rPr lang="en-US" noProof="0" dirty="0"/>
            <a:t> do </a:t>
          </a:r>
          <a:r>
            <a:rPr lang="en-US" noProof="0" dirty="0" err="1"/>
            <a:t>pracy</a:t>
          </a:r>
          <a:r>
            <a:rPr lang="en-US" noProof="0" dirty="0"/>
            <a:t> w </a:t>
          </a:r>
          <a:r>
            <a:rPr lang="en-US" noProof="0" dirty="0" err="1"/>
            <a:t>zespole</a:t>
          </a:r>
          <a:r>
            <a:rPr lang="en-US" noProof="0" dirty="0"/>
            <a:t> </a:t>
          </a:r>
          <a:r>
            <a:rPr lang="en-US" noProof="0" dirty="0" err="1"/>
            <a:t>Analitycznym</a:t>
          </a:r>
          <a:endParaRPr lang="en-US" noProof="0" dirty="0"/>
        </a:p>
      </dgm:t>
    </dgm:pt>
    <dgm:pt modelId="{892007DA-C948-4B3E-922D-E513C21E8E58}" type="parTrans" cxnId="{BB4B98B4-F723-4D6D-B520-E3F4BFC013E8}">
      <dgm:prSet/>
      <dgm:spPr/>
      <dgm:t>
        <a:bodyPr/>
        <a:lstStyle/>
        <a:p>
          <a:endParaRPr lang="en-US"/>
        </a:p>
      </dgm:t>
    </dgm:pt>
    <dgm:pt modelId="{12B88D4D-1449-41E0-8A28-E31CBDA02C03}" type="sibTrans" cxnId="{BB4B98B4-F723-4D6D-B520-E3F4BFC013E8}">
      <dgm:prSet/>
      <dgm:spPr/>
      <dgm:t>
        <a:bodyPr/>
        <a:lstStyle/>
        <a:p>
          <a:endParaRPr lang="en-US"/>
        </a:p>
      </dgm:t>
    </dgm:pt>
    <dgm:pt modelId="{15C80A54-57ED-496E-B3CC-A0CB40B0982C}" type="pres">
      <dgm:prSet presAssocID="{84C8CD6A-E898-4B4F-B3C3-F6FD629E8BE8}" presName="root" presStyleCnt="0">
        <dgm:presLayoutVars>
          <dgm:dir/>
          <dgm:resizeHandles val="exact"/>
        </dgm:presLayoutVars>
      </dgm:prSet>
      <dgm:spPr/>
    </dgm:pt>
    <dgm:pt modelId="{6BF8C473-9B74-42A9-9CE7-441316EC7D7F}" type="pres">
      <dgm:prSet presAssocID="{36CC7499-588A-4E3E-9280-7973BC6F880A}" presName="compNode" presStyleCnt="0"/>
      <dgm:spPr/>
    </dgm:pt>
    <dgm:pt modelId="{043AB955-3163-4058-8D76-06961CA4DE67}" type="pres">
      <dgm:prSet presAssocID="{36CC7499-588A-4E3E-9280-7973BC6F880A}" presName="iconBgRect" presStyleLbl="bgShp" presStyleIdx="0" presStyleCnt="2"/>
      <dgm:spPr/>
    </dgm:pt>
    <dgm:pt modelId="{11C42F24-6116-4EDE-BE66-34D7477060EC}" type="pres">
      <dgm:prSet presAssocID="{36CC7499-588A-4E3E-9280-7973BC6F880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7793616-FCD6-46C7-83FB-B9D6A929585F}" type="pres">
      <dgm:prSet presAssocID="{36CC7499-588A-4E3E-9280-7973BC6F880A}" presName="spaceRect" presStyleCnt="0"/>
      <dgm:spPr/>
    </dgm:pt>
    <dgm:pt modelId="{79B41857-2B35-443A-BFAC-760D06CDDA77}" type="pres">
      <dgm:prSet presAssocID="{36CC7499-588A-4E3E-9280-7973BC6F880A}" presName="textRect" presStyleLbl="revTx" presStyleIdx="0" presStyleCnt="2">
        <dgm:presLayoutVars>
          <dgm:chMax val="1"/>
          <dgm:chPref val="1"/>
        </dgm:presLayoutVars>
      </dgm:prSet>
      <dgm:spPr/>
    </dgm:pt>
    <dgm:pt modelId="{92621FFD-D747-4677-9BB3-6A14B17611EE}" type="pres">
      <dgm:prSet presAssocID="{41B5E621-80E7-4FC0-ABE7-2C999C96F32C}" presName="sibTrans" presStyleCnt="0"/>
      <dgm:spPr/>
    </dgm:pt>
    <dgm:pt modelId="{53A662CB-9E6D-4C5F-8412-2C90EEEE1968}" type="pres">
      <dgm:prSet presAssocID="{4BC46A13-81D8-4326-8A2E-3A40D70FCC3F}" presName="compNode" presStyleCnt="0"/>
      <dgm:spPr/>
    </dgm:pt>
    <dgm:pt modelId="{B0F60C3A-2929-42C4-B134-302E168B3119}" type="pres">
      <dgm:prSet presAssocID="{4BC46A13-81D8-4326-8A2E-3A40D70FCC3F}" presName="iconBgRect" presStyleLbl="bgShp" presStyleIdx="1" presStyleCnt="2"/>
      <dgm:spPr/>
    </dgm:pt>
    <dgm:pt modelId="{1A8EFF93-E20B-4E95-9C2E-74C6ECF1E5D4}" type="pres">
      <dgm:prSet presAssocID="{4BC46A13-81D8-4326-8A2E-3A40D70FCC3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DA6A6406-D2AD-41CE-915F-D9DA7352C15D}" type="pres">
      <dgm:prSet presAssocID="{4BC46A13-81D8-4326-8A2E-3A40D70FCC3F}" presName="spaceRect" presStyleCnt="0"/>
      <dgm:spPr/>
    </dgm:pt>
    <dgm:pt modelId="{84032A53-4D3B-40AC-B3D7-2240BA44345F}" type="pres">
      <dgm:prSet presAssocID="{4BC46A13-81D8-4326-8A2E-3A40D70FCC3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5245C36-B1DB-4BAA-872E-0D861752CE00}" srcId="{84C8CD6A-E898-4B4F-B3C3-F6FD629E8BE8}" destId="{36CC7499-588A-4E3E-9280-7973BC6F880A}" srcOrd="0" destOrd="0" parTransId="{4E0EA2A3-1354-42A2-B3CC-C62B67107401}" sibTransId="{41B5E621-80E7-4FC0-ABE7-2C999C96F32C}"/>
    <dgm:cxn modelId="{E9C10F40-1FDB-46C4-8C61-D2886EDEAD83}" type="presOf" srcId="{84C8CD6A-E898-4B4F-B3C3-F6FD629E8BE8}" destId="{15C80A54-57ED-496E-B3CC-A0CB40B0982C}" srcOrd="0" destOrd="0" presId="urn:microsoft.com/office/officeart/2018/5/layout/IconCircleLabelList"/>
    <dgm:cxn modelId="{ECB38BA0-08C8-4AE5-9BCB-3D2254A9B672}" type="presOf" srcId="{4BC46A13-81D8-4326-8A2E-3A40D70FCC3F}" destId="{84032A53-4D3B-40AC-B3D7-2240BA44345F}" srcOrd="0" destOrd="0" presId="urn:microsoft.com/office/officeart/2018/5/layout/IconCircleLabelList"/>
    <dgm:cxn modelId="{BB4B98B4-F723-4D6D-B520-E3F4BFC013E8}" srcId="{84C8CD6A-E898-4B4F-B3C3-F6FD629E8BE8}" destId="{4BC46A13-81D8-4326-8A2E-3A40D70FCC3F}" srcOrd="1" destOrd="0" parTransId="{892007DA-C948-4B3E-922D-E513C21E8E58}" sibTransId="{12B88D4D-1449-41E0-8A28-E31CBDA02C03}"/>
    <dgm:cxn modelId="{2351DEF5-79DF-4686-B1C8-B03BA8069FC6}" type="presOf" srcId="{36CC7499-588A-4E3E-9280-7973BC6F880A}" destId="{79B41857-2B35-443A-BFAC-760D06CDDA77}" srcOrd="0" destOrd="0" presId="urn:microsoft.com/office/officeart/2018/5/layout/IconCircleLabelList"/>
    <dgm:cxn modelId="{4A98F79A-6926-4FD3-9D8D-B1A7CD5850C3}" type="presParOf" srcId="{15C80A54-57ED-496E-B3CC-A0CB40B0982C}" destId="{6BF8C473-9B74-42A9-9CE7-441316EC7D7F}" srcOrd="0" destOrd="0" presId="urn:microsoft.com/office/officeart/2018/5/layout/IconCircleLabelList"/>
    <dgm:cxn modelId="{6F0981E8-BD1A-4FE5-B022-0A88CFBB5F90}" type="presParOf" srcId="{6BF8C473-9B74-42A9-9CE7-441316EC7D7F}" destId="{043AB955-3163-4058-8D76-06961CA4DE67}" srcOrd="0" destOrd="0" presId="urn:microsoft.com/office/officeart/2018/5/layout/IconCircleLabelList"/>
    <dgm:cxn modelId="{1D65DB9F-13B7-4646-8D37-D7197CD9F6AF}" type="presParOf" srcId="{6BF8C473-9B74-42A9-9CE7-441316EC7D7F}" destId="{11C42F24-6116-4EDE-BE66-34D7477060EC}" srcOrd="1" destOrd="0" presId="urn:microsoft.com/office/officeart/2018/5/layout/IconCircleLabelList"/>
    <dgm:cxn modelId="{7AFCAE13-A0E9-4F84-96D0-FB39344982F8}" type="presParOf" srcId="{6BF8C473-9B74-42A9-9CE7-441316EC7D7F}" destId="{47793616-FCD6-46C7-83FB-B9D6A929585F}" srcOrd="2" destOrd="0" presId="urn:microsoft.com/office/officeart/2018/5/layout/IconCircleLabelList"/>
    <dgm:cxn modelId="{78878871-DF42-4791-BFA5-5BAC5CC72576}" type="presParOf" srcId="{6BF8C473-9B74-42A9-9CE7-441316EC7D7F}" destId="{79B41857-2B35-443A-BFAC-760D06CDDA77}" srcOrd="3" destOrd="0" presId="urn:microsoft.com/office/officeart/2018/5/layout/IconCircleLabelList"/>
    <dgm:cxn modelId="{6E30D1FD-F9ED-4F82-A453-9C08021D8DAD}" type="presParOf" srcId="{15C80A54-57ED-496E-B3CC-A0CB40B0982C}" destId="{92621FFD-D747-4677-9BB3-6A14B17611EE}" srcOrd="1" destOrd="0" presId="urn:microsoft.com/office/officeart/2018/5/layout/IconCircleLabelList"/>
    <dgm:cxn modelId="{F9ECA124-B185-4F0F-9B90-7D4BFF50D9B4}" type="presParOf" srcId="{15C80A54-57ED-496E-B3CC-A0CB40B0982C}" destId="{53A662CB-9E6D-4C5F-8412-2C90EEEE1968}" srcOrd="2" destOrd="0" presId="urn:microsoft.com/office/officeart/2018/5/layout/IconCircleLabelList"/>
    <dgm:cxn modelId="{89DB8DBA-0564-4A22-ABE0-71017AE47214}" type="presParOf" srcId="{53A662CB-9E6D-4C5F-8412-2C90EEEE1968}" destId="{B0F60C3A-2929-42C4-B134-302E168B3119}" srcOrd="0" destOrd="0" presId="urn:microsoft.com/office/officeart/2018/5/layout/IconCircleLabelList"/>
    <dgm:cxn modelId="{39B6B31E-D405-4FB3-94D1-BA098C7E3E35}" type="presParOf" srcId="{53A662CB-9E6D-4C5F-8412-2C90EEEE1968}" destId="{1A8EFF93-E20B-4E95-9C2E-74C6ECF1E5D4}" srcOrd="1" destOrd="0" presId="urn:microsoft.com/office/officeart/2018/5/layout/IconCircleLabelList"/>
    <dgm:cxn modelId="{70CB7160-B908-4D5F-884F-84BAC3C443E0}" type="presParOf" srcId="{53A662CB-9E6D-4C5F-8412-2C90EEEE1968}" destId="{DA6A6406-D2AD-41CE-915F-D9DA7352C15D}" srcOrd="2" destOrd="0" presId="urn:microsoft.com/office/officeart/2018/5/layout/IconCircleLabelList"/>
    <dgm:cxn modelId="{FA744DEA-E722-49A4-B134-880F8E75BBB3}" type="presParOf" srcId="{53A662CB-9E6D-4C5F-8412-2C90EEEE1968}" destId="{84032A53-4D3B-40AC-B3D7-2240BA44345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011C95-1B3B-4469-B837-79E8673A4C51}">
      <dsp:nvSpPr>
        <dsp:cNvPr id="0" name=""/>
        <dsp:cNvSpPr/>
      </dsp:nvSpPr>
      <dsp:spPr>
        <a:xfrm>
          <a:off x="884935" y="2964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78111D-9876-498A-8C0A-9509ED6CA407}">
      <dsp:nvSpPr>
        <dsp:cNvPr id="0" name=""/>
        <dsp:cNvSpPr/>
      </dsp:nvSpPr>
      <dsp:spPr>
        <a:xfrm>
          <a:off x="135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5EBB14-1D9D-4F7E-92D8-249855952CD1}">
      <dsp:nvSpPr>
        <dsp:cNvPr id="0" name=""/>
        <dsp:cNvSpPr/>
      </dsp:nvSpPr>
      <dsp:spPr>
        <a:xfrm>
          <a:off x="18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noProof="0" dirty="0"/>
            <a:t>Autor: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noProof="0" dirty="0"/>
            <a:t>Batosz Majka</a:t>
          </a:r>
        </a:p>
      </dsp:txBody>
      <dsp:txXfrm>
        <a:off x="182935" y="3176402"/>
        <a:ext cx="3600000" cy="720000"/>
      </dsp:txXfrm>
    </dsp:sp>
    <dsp:sp modelId="{C821A486-9EC9-496D-B9FF-1350C3011A13}">
      <dsp:nvSpPr>
        <dsp:cNvPr id="0" name=""/>
        <dsp:cNvSpPr/>
      </dsp:nvSpPr>
      <dsp:spPr>
        <a:xfrm>
          <a:off x="5114935" y="2964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BD0E66-6537-475D-8F34-2842D4C9108C}">
      <dsp:nvSpPr>
        <dsp:cNvPr id="0" name=""/>
        <dsp:cNvSpPr/>
      </dsp:nvSpPr>
      <dsp:spPr>
        <a:xfrm>
          <a:off x="558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45B20F-1AA0-40DD-AFC3-CB2DA29FF6BA}">
      <dsp:nvSpPr>
        <dsp:cNvPr id="0" name=""/>
        <dsp:cNvSpPr/>
      </dsp:nvSpPr>
      <dsp:spPr>
        <a:xfrm>
          <a:off x="441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noProof="0" dirty="0" err="1"/>
            <a:t>Prezentacja</a:t>
          </a:r>
          <a:r>
            <a:rPr lang="en-US" sz="2100" kern="1200" noProof="0" dirty="0"/>
            <a:t> </a:t>
          </a:r>
          <a:r>
            <a:rPr lang="en-US" sz="2100" kern="1200" noProof="0" dirty="0" err="1"/>
            <a:t>kompetencji</a:t>
          </a:r>
          <a:r>
            <a:rPr lang="en-US" sz="2100" kern="1200" noProof="0" dirty="0"/>
            <a:t> </a:t>
          </a:r>
          <a:r>
            <a:rPr lang="en-US" sz="2100" kern="1200" noProof="0" dirty="0" err="1"/>
            <a:t>analitycznych</a:t>
          </a:r>
          <a:endParaRPr lang="en-US" sz="2100" kern="1200" noProof="0" dirty="0"/>
        </a:p>
      </dsp:txBody>
      <dsp:txXfrm>
        <a:off x="4412935" y="3176402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F9ADB0-0213-418A-9C20-8C5557C60617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0CCAD6-AF1B-4179-AFC4-9DFD8F050EE1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A22A5B-B46B-4D1D-A242-2134D6B1BD86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noProof="0" dirty="0"/>
            <a:t>• </a:t>
          </a:r>
          <a:r>
            <a:rPr lang="en-US" sz="1500" kern="1200" noProof="0" dirty="0" err="1"/>
            <a:t>Czyszczenie</a:t>
          </a:r>
          <a:r>
            <a:rPr lang="en-US" sz="1500" kern="1200" noProof="0" dirty="0"/>
            <a:t> </a:t>
          </a:r>
          <a:r>
            <a:rPr lang="en-US" sz="1500" kern="1200" noProof="0" dirty="0" err="1"/>
            <a:t>bazy</a:t>
          </a:r>
          <a:r>
            <a:rPr lang="en-US" sz="1500" kern="1200" noProof="0" dirty="0"/>
            <a:t> </a:t>
          </a:r>
          <a:r>
            <a:rPr lang="en-US" sz="1500" kern="1200" noProof="0" dirty="0" err="1"/>
            <a:t>danych</a:t>
          </a:r>
          <a:r>
            <a:rPr lang="en-US" sz="1500" kern="1200" noProof="0" dirty="0"/>
            <a:t>- power query</a:t>
          </a:r>
        </a:p>
      </dsp:txBody>
      <dsp:txXfrm>
        <a:off x="46529" y="2703902"/>
        <a:ext cx="2418750" cy="720000"/>
      </dsp:txXfrm>
    </dsp:sp>
    <dsp:sp modelId="{E57A55F4-52EB-44F6-B1DA-4723FDB45D92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8E7B6C-166F-4F6D-BF3C-BFCF3B4DE8C2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A658D9-0E18-4591-85E5-B86572029ABC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noProof="0" dirty="0"/>
            <a:t>• </a:t>
          </a:r>
          <a:r>
            <a:rPr lang="pl-PL" sz="1500" kern="1200" noProof="0" dirty="0"/>
            <a:t>Zaprojektowanie</a:t>
          </a:r>
          <a:r>
            <a:rPr lang="en-US" sz="1500" kern="1200" noProof="0" dirty="0"/>
            <a:t> </a:t>
          </a:r>
          <a:r>
            <a:rPr lang="en-US" sz="1500" kern="1200" noProof="0" dirty="0" err="1"/>
            <a:t>hurtowni</a:t>
          </a:r>
          <a:r>
            <a:rPr lang="en-US" sz="1500" kern="1200" noProof="0" dirty="0"/>
            <a:t> </a:t>
          </a:r>
          <a:r>
            <a:rPr lang="en-US" sz="1500" kern="1200" noProof="0" dirty="0" err="1"/>
            <a:t>danych</a:t>
          </a:r>
          <a:r>
            <a:rPr lang="en-US" sz="1500" kern="1200" noProof="0" dirty="0"/>
            <a:t> </a:t>
          </a:r>
          <a:r>
            <a:rPr lang="en-US" sz="1500" kern="1200" noProof="0" dirty="0" err="1"/>
            <a:t>sprzedażowych</a:t>
          </a:r>
          <a:endParaRPr lang="en-US" sz="1500" kern="1200" noProof="0" dirty="0"/>
        </a:p>
      </dsp:txBody>
      <dsp:txXfrm>
        <a:off x="2888560" y="2703902"/>
        <a:ext cx="2418750" cy="720000"/>
      </dsp:txXfrm>
    </dsp:sp>
    <dsp:sp modelId="{83906446-4AA9-4CAF-A757-E25C4C39BE67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DCB003-BD06-4195-AF1A-4632FE9F928B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6EE5B-A549-48B1-BF50-F97576EE020E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noProof="0" dirty="0"/>
            <a:t>• </a:t>
          </a:r>
          <a:r>
            <a:rPr lang="en-US" sz="1500" kern="1200" noProof="0" dirty="0" err="1"/>
            <a:t>wizualizacja</a:t>
          </a:r>
          <a:r>
            <a:rPr lang="en-US" sz="1500" kern="1200" noProof="0" dirty="0"/>
            <a:t> </a:t>
          </a:r>
          <a:r>
            <a:rPr lang="en-US" sz="1500" kern="1200" noProof="0" dirty="0" err="1"/>
            <a:t>danych</a:t>
          </a:r>
          <a:r>
            <a:rPr lang="en-US" sz="1500" kern="1200" noProof="0" dirty="0"/>
            <a:t> </a:t>
          </a:r>
          <a:r>
            <a:rPr lang="en-US" sz="1500" kern="1200" noProof="0" dirty="0" err="1"/>
            <a:t>biznesowych</a:t>
          </a:r>
          <a:endParaRPr lang="en-US" sz="1500" kern="1200" noProof="0" dirty="0"/>
        </a:p>
      </dsp:txBody>
      <dsp:txXfrm>
        <a:off x="5730591" y="2703902"/>
        <a:ext cx="241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AD3C99-E6C8-41F7-91AA-20890562F078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CBC5FF-6ECF-43EE-890A-BD067A7CA876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9A177A-1750-4CE1-9AA6-05B0813871FD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noProof="0" dirty="0"/>
            <a:t>• </a:t>
          </a:r>
          <a:r>
            <a:rPr lang="en-US" sz="2300" kern="1200" noProof="0" dirty="0" err="1"/>
            <a:t>Klienci</a:t>
          </a:r>
          <a:endParaRPr lang="en-US" sz="2300" kern="1200" noProof="0" dirty="0"/>
        </a:p>
      </dsp:txBody>
      <dsp:txXfrm>
        <a:off x="25435" y="2456402"/>
        <a:ext cx="1800000" cy="720000"/>
      </dsp:txXfrm>
    </dsp:sp>
    <dsp:sp modelId="{557E94D7-49EE-4C7D-8FCD-539371E5AD30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3B424F-A708-4639-A093-51E3A9129C56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0B20C-797B-469C-958E-792A02D89466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noProof="0" dirty="0"/>
            <a:t>• </a:t>
          </a:r>
          <a:r>
            <a:rPr lang="en-US" sz="2300" kern="1200" noProof="0" dirty="0" err="1"/>
            <a:t>Produkty</a:t>
          </a:r>
          <a:endParaRPr lang="en-US" sz="2300" kern="1200" noProof="0" dirty="0"/>
        </a:p>
      </dsp:txBody>
      <dsp:txXfrm>
        <a:off x="2140435" y="2456402"/>
        <a:ext cx="1800000" cy="720000"/>
      </dsp:txXfrm>
    </dsp:sp>
    <dsp:sp modelId="{A2A44090-67FB-4FDA-8713-AF25C04DF448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9CF9AF-1D43-479D-8CE9-BEB3A1DAC4B2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2A415A-F812-4E14-BA0B-5DED98850320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noProof="0" dirty="0"/>
            <a:t>• </a:t>
          </a:r>
          <a:r>
            <a:rPr lang="en-US" sz="2300" kern="1200" noProof="0" dirty="0" err="1"/>
            <a:t>Czas</a:t>
          </a:r>
          <a:endParaRPr lang="en-US" sz="2300" kern="1200" noProof="0" dirty="0"/>
        </a:p>
      </dsp:txBody>
      <dsp:txXfrm>
        <a:off x="4255435" y="2456402"/>
        <a:ext cx="1800000" cy="720000"/>
      </dsp:txXfrm>
    </dsp:sp>
    <dsp:sp modelId="{7AEF67F8-578E-4613-AC72-2FE116B4D3D5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95BF70-3576-4730-9990-DAECA67D5B60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8A1E0A-48BF-4F2F-9783-9F06268464AA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 noProof="0" dirty="0"/>
            <a:t>• Dane </a:t>
          </a:r>
          <a:r>
            <a:rPr lang="en-US" sz="2300" kern="1200" noProof="0" dirty="0" err="1"/>
            <a:t>sprzedażowe</a:t>
          </a:r>
          <a:endParaRPr lang="en-US" sz="2300" kern="1200" noProof="0" dirty="0"/>
        </a:p>
      </dsp:txBody>
      <dsp:txXfrm>
        <a:off x="6370435" y="245640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AE4DE7-449F-4ACB-B935-9E706CDA0ED5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682888-2230-49B1-86C4-E5BB8A9D0B07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D2A344-5D6A-4F13-BE58-FB1BA97D0265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noProof="0" dirty="0"/>
            <a:t>• </a:t>
          </a:r>
          <a:r>
            <a:rPr lang="en-US" sz="1900" kern="1200" noProof="0" dirty="0" err="1"/>
            <a:t>Czyszczenie</a:t>
          </a:r>
          <a:r>
            <a:rPr lang="en-US" sz="1900" kern="1200" noProof="0" dirty="0"/>
            <a:t> </a:t>
          </a:r>
          <a:r>
            <a:rPr lang="en-US" sz="1900" kern="1200" noProof="0" dirty="0" err="1"/>
            <a:t>danych</a:t>
          </a:r>
          <a:r>
            <a:rPr lang="en-US" sz="1900" kern="1200" noProof="0" dirty="0"/>
            <a:t>: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noProof="0" dirty="0"/>
            <a:t>Power Query</a:t>
          </a:r>
        </a:p>
      </dsp:txBody>
      <dsp:txXfrm>
        <a:off x="46529" y="2703902"/>
        <a:ext cx="2418750" cy="720000"/>
      </dsp:txXfrm>
    </dsp:sp>
    <dsp:sp modelId="{1062B69C-10D4-441E-A4FC-4B0535FCED47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FE8006-0DDB-4E95-AFD5-7F17A2C7941D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4963B2-73AF-461E-B9DB-162CA1D2F550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noProof="0" dirty="0"/>
            <a:t>• </a:t>
          </a:r>
          <a:r>
            <a:rPr lang="en-US" sz="1900" kern="1200" noProof="0" dirty="0" err="1"/>
            <a:t>Hurtownia</a:t>
          </a:r>
          <a:r>
            <a:rPr lang="en-US" sz="1900" kern="1200" noProof="0" dirty="0"/>
            <a:t> </a:t>
          </a:r>
          <a:r>
            <a:rPr lang="en-US" sz="1900" kern="1200" noProof="0" dirty="0" err="1"/>
            <a:t>Danych</a:t>
          </a:r>
          <a:r>
            <a:rPr lang="en-US" sz="1900" kern="1200" noProof="0" dirty="0"/>
            <a:t>: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noProof="0" dirty="0"/>
            <a:t>t-SQL</a:t>
          </a:r>
        </a:p>
      </dsp:txBody>
      <dsp:txXfrm>
        <a:off x="2888560" y="2703902"/>
        <a:ext cx="2418750" cy="720000"/>
      </dsp:txXfrm>
    </dsp:sp>
    <dsp:sp modelId="{86B17A9F-4080-426E-9D0C-B6CF70E3CBEB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BF3650-0C6A-4D55-AC51-C4125C2E48E8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518D4D-E528-4CF0-9E15-1630065098CD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noProof="0" dirty="0"/>
            <a:t>• </a:t>
          </a:r>
          <a:r>
            <a:rPr lang="en-US" sz="1900" kern="1200" noProof="0" dirty="0" err="1"/>
            <a:t>Wizualizacja</a:t>
          </a:r>
          <a:r>
            <a:rPr lang="en-US" sz="1900" kern="1200" noProof="0" dirty="0"/>
            <a:t>: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noProof="0" dirty="0"/>
            <a:t> R Language</a:t>
          </a:r>
        </a:p>
      </dsp:txBody>
      <dsp:txXfrm>
        <a:off x="5730591" y="2703902"/>
        <a:ext cx="24187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FFEF5D-A542-4AE2-9533-29DD885ECBD7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29B24F-E33C-471C-92F5-0375AC4C30F4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1CDA9-DDC3-4C3D-9832-E3F79DA5604B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noProof="0" dirty="0"/>
            <a:t>• </a:t>
          </a:r>
          <a:r>
            <a:rPr lang="en-US" sz="1800" kern="1200" noProof="0" dirty="0" err="1"/>
            <a:t>sprzedaż</a:t>
          </a:r>
          <a:r>
            <a:rPr lang="en-US" sz="1800" kern="1200" noProof="0" dirty="0"/>
            <a:t> </a:t>
          </a:r>
          <a:r>
            <a:rPr lang="en-US" sz="1800" kern="1200" noProof="0" dirty="0" err="1"/>
            <a:t>miesięczna</a:t>
          </a:r>
          <a:endParaRPr lang="en-US" sz="1800" kern="1200" noProof="0" dirty="0"/>
        </a:p>
      </dsp:txBody>
      <dsp:txXfrm>
        <a:off x="46529" y="2703902"/>
        <a:ext cx="2418750" cy="720000"/>
      </dsp:txXfrm>
    </dsp:sp>
    <dsp:sp modelId="{16C71ED8-BD66-4A11-818E-5414B5AAB0AA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22133F-C95A-42FF-9C55-4877E22DAEE6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CDE48A-2CF8-4982-B952-2F9844C35ABE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noProof="0" dirty="0"/>
            <a:t>• </a:t>
          </a:r>
          <a:r>
            <a:rPr lang="en-US" sz="1800" kern="1200" noProof="0" dirty="0" err="1"/>
            <a:t>Przychód</a:t>
          </a:r>
          <a:r>
            <a:rPr lang="en-US" sz="1800" kern="1200" noProof="0" dirty="0"/>
            <a:t> </a:t>
          </a:r>
          <a:r>
            <a:rPr lang="en-US" sz="1800" kern="1200" noProof="0" dirty="0" err="1"/>
            <a:t>miesięczny</a:t>
          </a:r>
          <a:r>
            <a:rPr lang="en-US" sz="1800" kern="1200" noProof="0" dirty="0"/>
            <a:t> </a:t>
          </a:r>
          <a:r>
            <a:rPr lang="en-US" sz="1800" kern="1200" noProof="0" dirty="0" err="1"/>
            <a:t>wg</a:t>
          </a:r>
          <a:r>
            <a:rPr lang="en-US" sz="1800" kern="1200" noProof="0" dirty="0"/>
            <a:t> </a:t>
          </a:r>
          <a:r>
            <a:rPr lang="en-US" sz="1800" kern="1200" noProof="0" dirty="0" err="1"/>
            <a:t>produktu</a:t>
          </a:r>
          <a:endParaRPr lang="en-US" sz="1800" kern="1200" noProof="0" dirty="0"/>
        </a:p>
      </dsp:txBody>
      <dsp:txXfrm>
        <a:off x="2888560" y="2703902"/>
        <a:ext cx="2418750" cy="720000"/>
      </dsp:txXfrm>
    </dsp:sp>
    <dsp:sp modelId="{84CD8380-9C7F-4D66-84AC-7A3AF42EB4BB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10E4ED-201C-42A6-AE6A-C760B8F73E08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C6CC60-74B8-4FC1-BB35-6039994376AE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noProof="0" dirty="0"/>
            <a:t>• </a:t>
          </a:r>
          <a:r>
            <a:rPr lang="en-US" sz="1800" kern="1200" noProof="0" dirty="0" err="1"/>
            <a:t>prognoza</a:t>
          </a:r>
          <a:r>
            <a:rPr lang="en-US" sz="1800" kern="1200" noProof="0" dirty="0"/>
            <a:t> </a:t>
          </a:r>
          <a:r>
            <a:rPr lang="en-US" sz="1800" kern="1200" noProof="0" dirty="0" err="1"/>
            <a:t>sprzedażowa</a:t>
          </a:r>
          <a:endParaRPr lang="en-US" sz="1800" kern="1200" noProof="0" dirty="0"/>
        </a:p>
      </dsp:txBody>
      <dsp:txXfrm>
        <a:off x="5730591" y="2703902"/>
        <a:ext cx="2418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17AE27-BAA4-4C2F-B755-6F4083A0E7DE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E461CD-9658-48DE-ABF5-597F4CF5057F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noProof="0" dirty="0"/>
            <a:t>• </a:t>
          </a:r>
          <a:r>
            <a:rPr lang="en-US" sz="1900" kern="1200" noProof="0" dirty="0" err="1"/>
            <a:t>Szybki</a:t>
          </a:r>
          <a:r>
            <a:rPr lang="en-US" sz="1900" kern="1200" noProof="0" dirty="0"/>
            <a:t> </a:t>
          </a:r>
          <a:r>
            <a:rPr lang="en-US" sz="1900" kern="1200" noProof="0" dirty="0" err="1"/>
            <a:t>dostęp</a:t>
          </a:r>
          <a:r>
            <a:rPr lang="en-US" sz="1900" kern="1200" noProof="0" dirty="0"/>
            <a:t> do </a:t>
          </a:r>
          <a:r>
            <a:rPr lang="en-US" sz="1900" kern="1200" noProof="0" dirty="0" err="1"/>
            <a:t>danych</a:t>
          </a:r>
          <a:endParaRPr lang="en-US" sz="1900" kern="1200" noProof="0" dirty="0"/>
        </a:p>
      </dsp:txBody>
      <dsp:txXfrm>
        <a:off x="78583" y="2435142"/>
        <a:ext cx="2399612" cy="720000"/>
      </dsp:txXfrm>
    </dsp:sp>
    <dsp:sp modelId="{D3E8F135-98BF-4747-8FB9-9A56ACE2F453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A22C45-B619-4B3B-BE45-9F84B94B5585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noProof="0" dirty="0"/>
            <a:t>• </a:t>
          </a:r>
          <a:r>
            <a:rPr lang="en-US" sz="1900" kern="1200" noProof="0" dirty="0" err="1"/>
            <a:t>Lepsze</a:t>
          </a:r>
          <a:r>
            <a:rPr lang="en-US" sz="1900" kern="1200" noProof="0" dirty="0"/>
            <a:t> </a:t>
          </a:r>
          <a:r>
            <a:rPr lang="en-US" sz="1900" kern="1200" noProof="0" dirty="0" err="1"/>
            <a:t>decyzje</a:t>
          </a:r>
          <a:r>
            <a:rPr lang="en-US" sz="1900" kern="1200" noProof="0" dirty="0"/>
            <a:t> </a:t>
          </a:r>
          <a:r>
            <a:rPr lang="en-US" sz="1900" kern="1200" noProof="0" dirty="0" err="1"/>
            <a:t>biznesowe</a:t>
          </a:r>
          <a:endParaRPr lang="en-US" sz="1900" kern="1200" noProof="0" dirty="0"/>
        </a:p>
      </dsp:txBody>
      <dsp:txXfrm>
        <a:off x="2898129" y="2435142"/>
        <a:ext cx="2399612" cy="720000"/>
      </dsp:txXfrm>
    </dsp:sp>
    <dsp:sp modelId="{B05CFD98-14D0-42C6-9846-FADC4A99B69A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79F07-6154-4AAC-BCE5-88E1EFFB3B85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noProof="0" dirty="0"/>
            <a:t>• </a:t>
          </a:r>
          <a:r>
            <a:rPr lang="en-US" sz="1900" kern="1200" noProof="0" dirty="0" err="1"/>
            <a:t>Skalowalne</a:t>
          </a:r>
          <a:r>
            <a:rPr lang="en-US" sz="1900" kern="1200" noProof="0" dirty="0"/>
            <a:t> </a:t>
          </a:r>
          <a:r>
            <a:rPr lang="en-US" sz="1900" kern="1200" noProof="0" dirty="0" err="1"/>
            <a:t>rozwiązanie</a:t>
          </a:r>
          <a:r>
            <a:rPr lang="en-US" sz="1900" kern="1200" noProof="0" dirty="0"/>
            <a:t> </a:t>
          </a:r>
          <a:r>
            <a:rPr lang="en-US" sz="1900" kern="1200" noProof="0" dirty="0" err="1"/>
            <a:t>analityczne</a:t>
          </a:r>
          <a:endParaRPr lang="en-US" sz="1900" kern="1200" noProof="0" dirty="0"/>
        </a:p>
      </dsp:txBody>
      <dsp:txXfrm>
        <a:off x="5717674" y="2435142"/>
        <a:ext cx="2399612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3AB955-3163-4058-8D76-06961CA4DE67}">
      <dsp:nvSpPr>
        <dsp:cNvPr id="0" name=""/>
        <dsp:cNvSpPr/>
      </dsp:nvSpPr>
      <dsp:spPr>
        <a:xfrm>
          <a:off x="884935" y="2964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C42F24-6116-4EDE-BE66-34D7477060EC}">
      <dsp:nvSpPr>
        <dsp:cNvPr id="0" name=""/>
        <dsp:cNvSpPr/>
      </dsp:nvSpPr>
      <dsp:spPr>
        <a:xfrm>
          <a:off x="135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B41857-2B35-443A-BFAC-760D06CDDA77}">
      <dsp:nvSpPr>
        <dsp:cNvPr id="0" name=""/>
        <dsp:cNvSpPr/>
      </dsp:nvSpPr>
      <dsp:spPr>
        <a:xfrm>
          <a:off x="18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noProof="0" dirty="0"/>
            <a:t>Projekt </a:t>
          </a:r>
          <a:r>
            <a:rPr lang="en-US" sz="2100" kern="1200" noProof="0" dirty="0" err="1"/>
            <a:t>pokazuje</a:t>
          </a:r>
          <a:r>
            <a:rPr lang="en-US" sz="2100" kern="1200" noProof="0" dirty="0"/>
            <a:t> </a:t>
          </a:r>
          <a:r>
            <a:rPr lang="en-US" sz="2100" kern="1200" noProof="0" dirty="0" err="1"/>
            <a:t>praktyczne</a:t>
          </a:r>
          <a:r>
            <a:rPr lang="en-US" sz="2100" kern="1200" noProof="0" dirty="0"/>
            <a:t> </a:t>
          </a:r>
          <a:r>
            <a:rPr lang="en-US" sz="2100" kern="1200" noProof="0" dirty="0" err="1"/>
            <a:t>umiejętności</a:t>
          </a:r>
          <a:r>
            <a:rPr lang="en-US" sz="2100" kern="1200" noProof="0" dirty="0"/>
            <a:t> </a:t>
          </a:r>
          <a:r>
            <a:rPr lang="en-US" sz="2100" kern="1200" noProof="0" dirty="0" err="1"/>
            <a:t>analityczne</a:t>
          </a:r>
          <a:endParaRPr lang="en-US" sz="2100" kern="1200" noProof="0" dirty="0"/>
        </a:p>
      </dsp:txBody>
      <dsp:txXfrm>
        <a:off x="182935" y="3176402"/>
        <a:ext cx="3600000" cy="720000"/>
      </dsp:txXfrm>
    </dsp:sp>
    <dsp:sp modelId="{B0F60C3A-2929-42C4-B134-302E168B3119}">
      <dsp:nvSpPr>
        <dsp:cNvPr id="0" name=""/>
        <dsp:cNvSpPr/>
      </dsp:nvSpPr>
      <dsp:spPr>
        <a:xfrm>
          <a:off x="5114935" y="2964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8EFF93-E20B-4E95-9C2E-74C6ECF1E5D4}">
      <dsp:nvSpPr>
        <dsp:cNvPr id="0" name=""/>
        <dsp:cNvSpPr/>
      </dsp:nvSpPr>
      <dsp:spPr>
        <a:xfrm>
          <a:off x="558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032A53-4D3B-40AC-B3D7-2240BA44345F}">
      <dsp:nvSpPr>
        <dsp:cNvPr id="0" name=""/>
        <dsp:cNvSpPr/>
      </dsp:nvSpPr>
      <dsp:spPr>
        <a:xfrm>
          <a:off x="441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noProof="0" dirty="0" err="1"/>
            <a:t>Gotowość</a:t>
          </a:r>
          <a:r>
            <a:rPr lang="en-US" sz="2100" kern="1200" noProof="0" dirty="0"/>
            <a:t> do </a:t>
          </a:r>
          <a:r>
            <a:rPr lang="en-US" sz="2100" kern="1200" noProof="0" dirty="0" err="1"/>
            <a:t>pracy</a:t>
          </a:r>
          <a:r>
            <a:rPr lang="en-US" sz="2100" kern="1200" noProof="0" dirty="0"/>
            <a:t> w </a:t>
          </a:r>
          <a:r>
            <a:rPr lang="en-US" sz="2100" kern="1200" noProof="0" dirty="0" err="1"/>
            <a:t>zespole</a:t>
          </a:r>
          <a:r>
            <a:rPr lang="en-US" sz="2100" kern="1200" noProof="0" dirty="0"/>
            <a:t> </a:t>
          </a:r>
          <a:r>
            <a:rPr lang="en-US" sz="2100" kern="1200" noProof="0" dirty="0" err="1"/>
            <a:t>Analitycznym</a:t>
          </a:r>
          <a:endParaRPr lang="en-US" sz="2100" kern="1200" noProof="0" dirty="0"/>
        </a:p>
      </dsp:txBody>
      <dsp:txXfrm>
        <a:off x="4412935" y="3176402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noProof="0" dirty="0">
                <a:solidFill>
                  <a:srgbClr val="FFFFFF"/>
                </a:solidFill>
              </a:rPr>
              <a:t>Analiza </a:t>
            </a:r>
            <a:r>
              <a:rPr lang="en-US" sz="3500" noProof="0" dirty="0" err="1">
                <a:solidFill>
                  <a:srgbClr val="FFFFFF"/>
                </a:solidFill>
              </a:rPr>
              <a:t>Danych</a:t>
            </a:r>
            <a:endParaRPr lang="en-US" sz="3500" noProof="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E11AAA-1D70-32FC-FA82-AFD52CC068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285497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noProof="0" dirty="0">
                <a:solidFill>
                  <a:srgbClr val="FFFFFF"/>
                </a:solidFill>
              </a:rPr>
              <a:t>Cel </a:t>
            </a:r>
            <a:r>
              <a:rPr lang="en-US" sz="3500" noProof="0" dirty="0" err="1">
                <a:solidFill>
                  <a:srgbClr val="FFFFFF"/>
                </a:solidFill>
              </a:rPr>
              <a:t>projektu</a:t>
            </a:r>
            <a:endParaRPr lang="en-US" sz="3500" noProof="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571A74-0D6A-B3DA-426B-ABE1E2DAB9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099243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noProof="0" dirty="0" err="1">
                <a:solidFill>
                  <a:srgbClr val="FFFFFF"/>
                </a:solidFill>
              </a:rPr>
              <a:t>Zakres</a:t>
            </a:r>
            <a:r>
              <a:rPr lang="en-US" sz="3500" noProof="0" dirty="0">
                <a:solidFill>
                  <a:srgbClr val="FFFFFF"/>
                </a:solidFill>
              </a:rPr>
              <a:t> </a:t>
            </a:r>
            <a:r>
              <a:rPr lang="en-US" sz="3500" noProof="0" dirty="0" err="1">
                <a:solidFill>
                  <a:srgbClr val="FFFFFF"/>
                </a:solidFill>
              </a:rPr>
              <a:t>danych</a:t>
            </a:r>
            <a:endParaRPr lang="en-US" sz="3500" noProof="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3ED619-7A40-8C9B-6FDB-847D2195B0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5293274"/>
              </p:ext>
            </p:extLst>
          </p:nvPr>
        </p:nvGraphicFramePr>
        <p:xfrm>
          <a:off x="474064" y="212032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noProof="0" dirty="0" err="1">
                <a:solidFill>
                  <a:srgbClr val="FFFFFF"/>
                </a:solidFill>
              </a:rPr>
              <a:t>Zastosowane</a:t>
            </a:r>
            <a:r>
              <a:rPr lang="en-US" sz="3500" noProof="0" dirty="0">
                <a:solidFill>
                  <a:srgbClr val="FFFFFF"/>
                </a:solidFill>
              </a:rPr>
              <a:t> </a:t>
            </a:r>
            <a:r>
              <a:rPr lang="en-US" sz="3500" noProof="0" dirty="0" err="1">
                <a:solidFill>
                  <a:srgbClr val="FFFFFF"/>
                </a:solidFill>
              </a:rPr>
              <a:t>technologie</a:t>
            </a:r>
            <a:endParaRPr lang="en-US" sz="3500" noProof="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7B4EED-6315-3458-83C6-7941BE1095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950304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C8FF83-23D6-9A2A-76B4-DBD6C9AAD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F3AD33F-7A56-B188-FB67-DCFD79DF2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E2BFC6-1C2C-0ED1-998B-A3E76B4FD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10F4DD-F7B7-176A-8955-877E40B42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0755E3-45B8-3943-997C-F1A1187A1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F36DEA-2136-7AF0-132E-34979F041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6714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noProof="0" dirty="0">
                <a:solidFill>
                  <a:srgbClr val="FFFFFF"/>
                </a:solidFill>
              </a:rPr>
              <a:t>Power Query</a:t>
            </a:r>
          </a:p>
        </p:txBody>
      </p:sp>
      <p:pic>
        <p:nvPicPr>
          <p:cNvPr id="14" name="Obraz 13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D699A329-1D1B-FF11-D239-FFB3BA94C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726" y="1643599"/>
            <a:ext cx="7280761" cy="2131674"/>
          </a:xfrm>
          <a:prstGeom prst="rect">
            <a:avLst/>
          </a:prstGeom>
        </p:spPr>
      </p:pic>
      <p:sp>
        <p:nvSpPr>
          <p:cNvPr id="16" name="Strzałka: w dół 15">
            <a:extLst>
              <a:ext uri="{FF2B5EF4-FFF2-40B4-BE49-F238E27FC236}">
                <a16:creationId xmlns:a16="http://schemas.microsoft.com/office/drawing/2014/main" id="{D17380F0-C387-8746-5312-00793D3954FE}"/>
              </a:ext>
            </a:extLst>
          </p:cNvPr>
          <p:cNvSpPr/>
          <p:nvPr/>
        </p:nvSpPr>
        <p:spPr>
          <a:xfrm>
            <a:off x="4680858" y="3842426"/>
            <a:ext cx="277537" cy="731413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4" name="Obraz 3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6A42FB27-AEBF-82ED-DB4D-B14328E4C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725" y="4640992"/>
            <a:ext cx="7280762" cy="207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84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5C4929-A7B0-D35C-3C63-6DC1DE5E5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09CFCA-3F99-D76D-3D53-260172391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F409C0-FEBB-057C-2B6A-066A8F323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2E71DB-7A54-A509-C531-46C483642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8836E7-311A-4327-88F3-6B018CEA0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71842-9709-8509-4146-D52004D62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noProof="0" dirty="0">
                <a:solidFill>
                  <a:srgbClr val="FFFFFF"/>
                </a:solidFill>
              </a:rPr>
              <a:t>T-SQL - </a:t>
            </a:r>
            <a:r>
              <a:rPr lang="en-US" sz="3500" noProof="0" dirty="0" err="1">
                <a:solidFill>
                  <a:srgbClr val="FFFFFF"/>
                </a:solidFill>
              </a:rPr>
              <a:t>Architektura</a:t>
            </a:r>
            <a:r>
              <a:rPr lang="en-US" sz="3500" noProof="0" dirty="0">
                <a:solidFill>
                  <a:srgbClr val="FFFFFF"/>
                </a:solidFill>
              </a:rPr>
              <a:t> </a:t>
            </a:r>
            <a:r>
              <a:rPr lang="en-US" sz="3500" noProof="0" dirty="0" err="1">
                <a:solidFill>
                  <a:srgbClr val="FFFFFF"/>
                </a:solidFill>
              </a:rPr>
              <a:t>Gwiazdy</a:t>
            </a:r>
            <a:endParaRPr lang="en-US" sz="3500" noProof="0" dirty="0">
              <a:solidFill>
                <a:srgbClr val="FFFFFF"/>
              </a:solidFill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6BF0B30-64E1-43D6-C5DB-91A9FAB2077B}"/>
              </a:ext>
            </a:extLst>
          </p:cNvPr>
          <p:cNvSpPr/>
          <p:nvPr/>
        </p:nvSpPr>
        <p:spPr>
          <a:xfrm>
            <a:off x="3244596" y="1731802"/>
            <a:ext cx="2654808" cy="1416470"/>
          </a:xfrm>
          <a:prstGeom prst="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C3C3C"/>
                </a:solidFill>
              </a:defRPr>
            </a:pPr>
            <a:r>
              <a:rPr lang="en-US" noProof="0" dirty="0" err="1"/>
              <a:t>Wymiar</a:t>
            </a:r>
            <a:r>
              <a:rPr lang="en-US" noProof="0" dirty="0"/>
              <a:t> Firm:</a:t>
            </a:r>
          </a:p>
          <a:p>
            <a:pPr algn="ctr">
              <a:defRPr sz="1300" b="1">
                <a:solidFill>
                  <a:srgbClr val="3C3C3C"/>
                </a:solidFill>
              </a:defRPr>
            </a:pPr>
            <a:endParaRPr lang="en-US" sz="1300" b="1" noProof="0" dirty="0"/>
          </a:p>
          <a:p>
            <a:pPr algn="ctr">
              <a:defRPr sz="1300" b="1">
                <a:solidFill>
                  <a:srgbClr val="3C3C3C"/>
                </a:solidFill>
              </a:defRPr>
            </a:pPr>
            <a:r>
              <a:rPr lang="en-US" sz="1300" noProof="0" dirty="0" err="1"/>
              <a:t>Pozwala</a:t>
            </a:r>
            <a:r>
              <a:rPr lang="en-US" sz="1300" noProof="0" dirty="0"/>
              <a:t> </a:t>
            </a:r>
            <a:r>
              <a:rPr lang="en-US" sz="1300" noProof="0" dirty="0" err="1"/>
              <a:t>analizować</a:t>
            </a:r>
            <a:r>
              <a:rPr lang="en-US" sz="1300" noProof="0" dirty="0"/>
              <a:t> </a:t>
            </a:r>
            <a:r>
              <a:rPr lang="en-US" sz="1300" noProof="0" dirty="0" err="1"/>
              <a:t>sprzedaż</a:t>
            </a:r>
            <a:r>
              <a:rPr lang="en-US" sz="1300" noProof="0" dirty="0"/>
              <a:t> </a:t>
            </a:r>
            <a:r>
              <a:rPr lang="en-US" sz="1300" noProof="0" dirty="0" err="1"/>
              <a:t>według</a:t>
            </a:r>
            <a:r>
              <a:rPr lang="en-US" sz="1300" noProof="0" dirty="0"/>
              <a:t> </a:t>
            </a:r>
            <a:r>
              <a:rPr lang="en-US" sz="1300" noProof="0" dirty="0" err="1"/>
              <a:t>firmy</a:t>
            </a:r>
            <a:r>
              <a:rPr lang="en-US" sz="1300" noProof="0" dirty="0"/>
              <a:t> / </a:t>
            </a:r>
            <a:r>
              <a:rPr lang="en-US" sz="1300" noProof="0" dirty="0" err="1"/>
              <a:t>jednostki</a:t>
            </a:r>
            <a:r>
              <a:rPr lang="en-US" sz="1300" noProof="0" dirty="0"/>
              <a:t> </a:t>
            </a:r>
            <a:r>
              <a:rPr lang="en-US" sz="1300" noProof="0" dirty="0" err="1"/>
              <a:t>biznesowej</a:t>
            </a:r>
            <a:endParaRPr lang="en-US" noProof="0" dirty="0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0E8C22DB-0F9D-8154-BB27-73D08E002EEA}"/>
              </a:ext>
            </a:extLst>
          </p:cNvPr>
          <p:cNvSpPr/>
          <p:nvPr/>
        </p:nvSpPr>
        <p:spPr>
          <a:xfrm>
            <a:off x="501396" y="4612119"/>
            <a:ext cx="2743200" cy="1822854"/>
          </a:xfrm>
          <a:prstGeom prst="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C3C3C"/>
                </a:solidFill>
              </a:defRPr>
            </a:pPr>
            <a:r>
              <a:rPr lang="en-US" noProof="0" dirty="0" err="1"/>
              <a:t>Wymiar</a:t>
            </a:r>
            <a:r>
              <a:rPr lang="en-US" noProof="0" dirty="0"/>
              <a:t> </a:t>
            </a:r>
            <a:r>
              <a:rPr lang="en-US" noProof="0" dirty="0" err="1"/>
              <a:t>Produktu</a:t>
            </a:r>
            <a:r>
              <a:rPr lang="en-US" noProof="0" dirty="0"/>
              <a:t>:</a:t>
            </a:r>
          </a:p>
          <a:p>
            <a:pPr algn="ctr">
              <a:defRPr sz="1300" b="1">
                <a:solidFill>
                  <a:srgbClr val="3C3C3C"/>
                </a:solidFill>
              </a:defRPr>
            </a:pPr>
            <a:endParaRPr lang="en-US" sz="1300" b="1" noProof="0" dirty="0"/>
          </a:p>
          <a:p>
            <a:pPr algn="ctr">
              <a:defRPr sz="1300" b="1">
                <a:solidFill>
                  <a:srgbClr val="3C3C3C"/>
                </a:solidFill>
              </a:defRPr>
            </a:pPr>
            <a:r>
              <a:rPr lang="en-US" sz="1300" b="1" noProof="0" dirty="0" err="1"/>
              <a:t>Umożliwia</a:t>
            </a:r>
            <a:r>
              <a:rPr lang="en-US" sz="1300" b="1" noProof="0" dirty="0"/>
              <a:t> </a:t>
            </a:r>
            <a:r>
              <a:rPr lang="en-US" sz="1300" b="1" noProof="0" dirty="0" err="1"/>
              <a:t>analizę</a:t>
            </a:r>
            <a:r>
              <a:rPr lang="en-US" sz="1300" b="1" noProof="0" dirty="0"/>
              <a:t> </a:t>
            </a:r>
            <a:r>
              <a:rPr lang="en-US" sz="1300" b="1" noProof="0" dirty="0" err="1"/>
              <a:t>sprzedaży</a:t>
            </a:r>
            <a:r>
              <a:rPr lang="en-US" sz="1300" b="1" noProof="0" dirty="0"/>
              <a:t> </a:t>
            </a:r>
            <a:r>
              <a:rPr lang="en-US" sz="1300" b="1" noProof="0" dirty="0" err="1"/>
              <a:t>według</a:t>
            </a:r>
            <a:r>
              <a:rPr lang="en-US" sz="1300" b="1" noProof="0" dirty="0"/>
              <a:t> </a:t>
            </a:r>
            <a:r>
              <a:rPr lang="en-US" sz="1300" b="1" noProof="0" dirty="0" err="1"/>
              <a:t>produktu</a:t>
            </a:r>
            <a:r>
              <a:rPr lang="en-US" sz="1300" b="1" noProof="0" dirty="0"/>
              <a:t> </a:t>
            </a:r>
            <a:r>
              <a:rPr lang="en-US" sz="1300" b="1" noProof="0" dirty="0" err="1"/>
              <a:t>i</a:t>
            </a:r>
            <a:r>
              <a:rPr lang="en-US" sz="1300" b="1" noProof="0" dirty="0"/>
              <a:t> </a:t>
            </a:r>
            <a:r>
              <a:rPr lang="en-US" sz="1300" b="1" noProof="0" dirty="0" err="1"/>
              <a:t>kategorii</a:t>
            </a:r>
            <a:endParaRPr lang="en-US" noProof="0" dirty="0"/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E1BA8B4F-4F22-8BA1-2818-E3B94A7E4768}"/>
              </a:ext>
            </a:extLst>
          </p:cNvPr>
          <p:cNvSpPr/>
          <p:nvPr/>
        </p:nvSpPr>
        <p:spPr>
          <a:xfrm>
            <a:off x="5986489" y="4612119"/>
            <a:ext cx="2743200" cy="1822854"/>
          </a:xfrm>
          <a:prstGeom prst="rect">
            <a:avLst/>
          </a:prstGeom>
          <a:solidFill>
            <a:srgbClr val="EB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C3C3C"/>
                </a:solidFill>
              </a:defRPr>
            </a:pPr>
            <a:r>
              <a:rPr lang="en-US" noProof="0" dirty="0" err="1"/>
              <a:t>Wymiar</a:t>
            </a:r>
            <a:r>
              <a:rPr lang="en-US" noProof="0" dirty="0"/>
              <a:t> </a:t>
            </a:r>
            <a:r>
              <a:rPr lang="en-US" noProof="0" dirty="0" err="1"/>
              <a:t>Czasu</a:t>
            </a:r>
            <a:r>
              <a:rPr lang="en-US" noProof="0" dirty="0"/>
              <a:t>:</a:t>
            </a:r>
          </a:p>
          <a:p>
            <a:pPr algn="ctr">
              <a:defRPr sz="1300" b="1">
                <a:solidFill>
                  <a:srgbClr val="3C3C3C"/>
                </a:solidFill>
              </a:defRPr>
            </a:pPr>
            <a:endParaRPr lang="en-US" sz="1300" b="1" noProof="0" dirty="0"/>
          </a:p>
          <a:p>
            <a:pPr algn="ctr">
              <a:defRPr sz="1300" b="1">
                <a:solidFill>
                  <a:srgbClr val="3C3C3C"/>
                </a:solidFill>
              </a:defRPr>
            </a:pPr>
            <a:r>
              <a:rPr lang="en-US" sz="1300" b="1" noProof="0" dirty="0" err="1"/>
              <a:t>Umożliwia</a:t>
            </a:r>
            <a:r>
              <a:rPr lang="en-US" sz="1300" b="1" noProof="0" dirty="0"/>
              <a:t> </a:t>
            </a:r>
            <a:r>
              <a:rPr lang="en-US" sz="1300" b="1" noProof="0" dirty="0" err="1"/>
              <a:t>analizę</a:t>
            </a:r>
            <a:r>
              <a:rPr lang="en-US" sz="1300" b="1" noProof="0" dirty="0"/>
              <a:t> </a:t>
            </a:r>
            <a:r>
              <a:rPr lang="en-US" sz="1300" b="1" noProof="0" dirty="0" err="1"/>
              <a:t>trendów</a:t>
            </a:r>
            <a:r>
              <a:rPr lang="en-US" sz="1300" b="1" noProof="0" dirty="0"/>
              <a:t> </a:t>
            </a:r>
            <a:r>
              <a:rPr lang="en-US" sz="1300" b="1" noProof="0" dirty="0" err="1"/>
              <a:t>czasowych</a:t>
            </a:r>
            <a:r>
              <a:rPr lang="en-US" sz="1300" b="1" noProof="0" dirty="0"/>
              <a:t>, </a:t>
            </a:r>
            <a:r>
              <a:rPr lang="en-US" sz="1300" b="1" noProof="0" dirty="0" err="1"/>
              <a:t>sezonowości</a:t>
            </a:r>
            <a:r>
              <a:rPr lang="en-US" sz="1300" b="1" noProof="0" dirty="0"/>
              <a:t> </a:t>
            </a:r>
            <a:r>
              <a:rPr lang="en-US" sz="1300" b="1" noProof="0" dirty="0" err="1"/>
              <a:t>oraz</a:t>
            </a:r>
            <a:r>
              <a:rPr lang="en-US" sz="1300" b="1" noProof="0" dirty="0"/>
              <a:t> </a:t>
            </a:r>
            <a:r>
              <a:rPr lang="en-US" sz="1300" b="1" noProof="0" dirty="0" err="1"/>
              <a:t>raportowanie</a:t>
            </a:r>
            <a:r>
              <a:rPr lang="en-US" sz="1300" b="1" noProof="0" dirty="0"/>
              <a:t> </a:t>
            </a:r>
            <a:r>
              <a:rPr lang="en-US" sz="1300" b="1" noProof="0" dirty="0" err="1"/>
              <a:t>miesięczne</a:t>
            </a:r>
            <a:r>
              <a:rPr lang="en-US" sz="1300" b="1" noProof="0" dirty="0"/>
              <a:t> </a:t>
            </a:r>
            <a:r>
              <a:rPr lang="en-US" sz="1300" b="1" noProof="0" dirty="0" err="1"/>
              <a:t>i</a:t>
            </a:r>
            <a:r>
              <a:rPr lang="en-US" sz="1300" b="1" noProof="0" dirty="0"/>
              <a:t> </a:t>
            </a:r>
            <a:r>
              <a:rPr lang="en-US" sz="1300" b="1" noProof="0" dirty="0" err="1"/>
              <a:t>roczne</a:t>
            </a:r>
            <a:endParaRPr lang="en-US" noProof="0" dirty="0"/>
          </a:p>
        </p:txBody>
      </p:sp>
      <p:sp>
        <p:nvSpPr>
          <p:cNvPr id="18" name="Gwiazda: 5 punktów 17">
            <a:extLst>
              <a:ext uri="{FF2B5EF4-FFF2-40B4-BE49-F238E27FC236}">
                <a16:creationId xmlns:a16="http://schemas.microsoft.com/office/drawing/2014/main" id="{2F98483E-DA82-0B95-B40E-879F45AC80A8}"/>
              </a:ext>
            </a:extLst>
          </p:cNvPr>
          <p:cNvSpPr/>
          <p:nvPr/>
        </p:nvSpPr>
        <p:spPr>
          <a:xfrm>
            <a:off x="2656332" y="3225601"/>
            <a:ext cx="3831336" cy="2637370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noProof="0" dirty="0" err="1"/>
              <a:t>Każdy</a:t>
            </a:r>
            <a:r>
              <a:rPr lang="en-US" sz="1100" b="1" noProof="0" dirty="0"/>
              <a:t> </a:t>
            </a:r>
            <a:r>
              <a:rPr lang="en-US" sz="1100" b="1" noProof="0" dirty="0" err="1"/>
              <a:t>rekord</a:t>
            </a:r>
            <a:r>
              <a:rPr lang="en-US" sz="1100" b="1" noProof="0" dirty="0"/>
              <a:t> w </a:t>
            </a:r>
            <a:r>
              <a:rPr lang="en-US" sz="1100" b="1" noProof="0" dirty="0" err="1"/>
              <a:t>tabeli</a:t>
            </a:r>
            <a:r>
              <a:rPr lang="en-US" sz="1100" b="1" noProof="0" dirty="0"/>
              <a:t> </a:t>
            </a:r>
            <a:r>
              <a:rPr lang="en-US" sz="1100" b="1" noProof="0" dirty="0" err="1"/>
              <a:t>faktów</a:t>
            </a:r>
            <a:r>
              <a:rPr lang="en-US" sz="1100" b="1" noProof="0" dirty="0"/>
              <a:t> </a:t>
            </a:r>
            <a:r>
              <a:rPr lang="en-US" sz="1100" b="1" noProof="0" dirty="0" err="1"/>
              <a:t>reprezentuje</a:t>
            </a:r>
            <a:r>
              <a:rPr lang="en-US" sz="1100" b="1" noProof="0" dirty="0"/>
              <a:t> </a:t>
            </a:r>
            <a:r>
              <a:rPr lang="en-US" sz="1100" b="1" noProof="0" dirty="0" err="1"/>
              <a:t>pojedynczą</a:t>
            </a:r>
            <a:r>
              <a:rPr lang="en-US" sz="1100" b="1" noProof="0" dirty="0"/>
              <a:t> </a:t>
            </a:r>
            <a:r>
              <a:rPr lang="en-US" sz="1100" b="1" noProof="0" dirty="0" err="1"/>
              <a:t>transakcję</a:t>
            </a:r>
            <a:r>
              <a:rPr lang="en-US" sz="1100" b="1" noProof="0" dirty="0"/>
              <a:t> </a:t>
            </a:r>
            <a:r>
              <a:rPr lang="en-US" sz="1100" b="1" noProof="0" dirty="0" err="1"/>
              <a:t>sprzedażową</a:t>
            </a:r>
            <a:endParaRPr lang="en-US" sz="1100" noProof="0" dirty="0"/>
          </a:p>
        </p:txBody>
      </p:sp>
    </p:spTree>
    <p:extLst>
      <p:ext uri="{BB962C8B-B14F-4D97-AF65-F5344CB8AC3E}">
        <p14:creationId xmlns:p14="http://schemas.microsoft.com/office/powerpoint/2010/main" val="715413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8EE1B9-BCB2-7A99-79A3-5C0F3DF01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84117E-AC36-D0BF-D7B0-E1074CFF73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B8462-FDF8-DB8C-B53E-135887C63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0A20D5-50E4-D493-D19A-A178D881C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608E8D-96CF-28F6-B2FB-EE79C71F4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55DEE5-FC51-05CB-8225-B6E95D303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6714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noProof="0" dirty="0">
                <a:solidFill>
                  <a:srgbClr val="FFFFFF"/>
                </a:solidFill>
              </a:rPr>
              <a:t>R-LANGUAGE</a:t>
            </a:r>
          </a:p>
        </p:txBody>
      </p:sp>
      <p:pic>
        <p:nvPicPr>
          <p:cNvPr id="4" name="Obraz 3" descr="Obraz zawierający tekst, zrzut ekranu, Czcionka, diagram&#10;&#10;Zawartość wygenerowana przez AI może być niepoprawna.">
            <a:extLst>
              <a:ext uri="{FF2B5EF4-FFF2-40B4-BE49-F238E27FC236}">
                <a16:creationId xmlns:a16="http://schemas.microsoft.com/office/drawing/2014/main" id="{B777CF26-A28E-2E43-C216-5D21B8AE8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543" y="4802553"/>
            <a:ext cx="3646714" cy="1989117"/>
          </a:xfrm>
          <a:prstGeom prst="rect">
            <a:avLst/>
          </a:prstGeom>
        </p:spPr>
      </p:pic>
      <p:pic>
        <p:nvPicPr>
          <p:cNvPr id="6" name="Obraz 5" descr="Obraz zawierający tekst, linia, diagram, Wykres&#10;&#10;Zawartość wygenerowana przez AI może być niepoprawna.">
            <a:extLst>
              <a:ext uri="{FF2B5EF4-FFF2-40B4-BE49-F238E27FC236}">
                <a16:creationId xmlns:a16="http://schemas.microsoft.com/office/drawing/2014/main" id="{6D5ED31C-9CB9-5CCB-142B-29A96B031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03" y="4604785"/>
            <a:ext cx="3646713" cy="2188028"/>
          </a:xfrm>
          <a:prstGeom prst="rect">
            <a:avLst/>
          </a:prstGeom>
        </p:spPr>
      </p:pic>
      <p:pic>
        <p:nvPicPr>
          <p:cNvPr id="8" name="Obraz 7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2F012C85-DE25-2C5F-F766-DFD632739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7543" y="1943100"/>
            <a:ext cx="3646714" cy="2188028"/>
          </a:xfrm>
          <a:prstGeom prst="rect">
            <a:avLst/>
          </a:prstGeom>
        </p:spPr>
      </p:pic>
      <p:pic>
        <p:nvPicPr>
          <p:cNvPr id="17" name="Obraz 16" descr="Obraz zawierający tekst, zrzut ekranu, diagram, Czcionka&#10;&#10;Zawartość wygenerowana przez AI może być niepoprawna.">
            <a:extLst>
              <a:ext uri="{FF2B5EF4-FFF2-40B4-BE49-F238E27FC236}">
                <a16:creationId xmlns:a16="http://schemas.microsoft.com/office/drawing/2014/main" id="{CE9131C2-3D00-0125-0B63-F92E0CECA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354" y="1943100"/>
            <a:ext cx="3829048" cy="218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684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A7792C-D6DE-F0A5-0081-B3437E362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827B60E-4152-BF2C-4B1E-789457ED0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07E3FA-B80E-5966-74BC-964939AAD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E08DD5-2074-3858-14C5-387854E07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1F8B2D-05C2-038E-D670-F4C0A8219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520732-2B3B-7838-A41C-4A943F434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noProof="0" dirty="0">
                <a:solidFill>
                  <a:srgbClr val="FFFFFF"/>
                </a:solidFill>
              </a:rPr>
              <a:t>KPI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AE209E-2118-5840-589E-F2CFFBADEB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217248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7101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A8B9A4-A823-CCC0-C07E-22610199A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F7DA264-4F7F-4E6E-36F7-B432883FB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DF776F-1BCB-518C-454D-DF2AE2C89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43681D-BC57-9882-ADA7-BC2ADA3CF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4B583B-4401-F6B2-4E82-2EB066093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664472-0A72-0BA0-ECC3-E49B2CE64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noProof="0" dirty="0" err="1">
                <a:solidFill>
                  <a:srgbClr val="FFFFFF"/>
                </a:solidFill>
              </a:rPr>
              <a:t>Sprzedaż</a:t>
            </a:r>
            <a:r>
              <a:rPr lang="en-US" sz="3500" noProof="0" dirty="0">
                <a:solidFill>
                  <a:srgbClr val="FFFFFF"/>
                </a:solidFill>
              </a:rPr>
              <a:t> </a:t>
            </a:r>
            <a:r>
              <a:rPr lang="en-US" sz="3500" noProof="0" dirty="0" err="1">
                <a:solidFill>
                  <a:srgbClr val="FFFFFF"/>
                </a:solidFill>
              </a:rPr>
              <a:t>miesięczna</a:t>
            </a:r>
            <a:endParaRPr lang="en-US" sz="3500" noProof="0" dirty="0">
              <a:solidFill>
                <a:srgbClr val="FFFFFF"/>
              </a:solidFill>
            </a:endParaRPr>
          </a:p>
        </p:txBody>
      </p:sp>
      <p:pic>
        <p:nvPicPr>
          <p:cNvPr id="7" name="Obraz 6" descr="Obraz zawierający tekst, zrzut ekranu, Czcionka, diagram&#10;&#10;Zawartość wygenerowana przez AI może być niepoprawna.">
            <a:extLst>
              <a:ext uri="{FF2B5EF4-FFF2-40B4-BE49-F238E27FC236}">
                <a16:creationId xmlns:a16="http://schemas.microsoft.com/office/drawing/2014/main" id="{51C584F3-415B-5A19-8A10-1F5B7154C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22914"/>
            <a:ext cx="9144000" cy="498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825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34B66B-2F53-EF48-3162-FA34454AF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23B2ABC-521C-EE5D-F2B6-F678CE10C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0E9CF7-11D6-3B28-F1B9-954B0179B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A63B74-E19D-FA65-8AAA-306A139FB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87D2D8-0E54-5F4C-EC17-A37B68DF1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201A9B-1249-EC05-69F3-7763B3785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noProof="0" dirty="0" err="1">
                <a:solidFill>
                  <a:srgbClr val="FFFFFF"/>
                </a:solidFill>
              </a:rPr>
              <a:t>Sprzedaż</a:t>
            </a:r>
            <a:r>
              <a:rPr lang="en-US" sz="3500" noProof="0" dirty="0">
                <a:solidFill>
                  <a:srgbClr val="FFFFFF"/>
                </a:solidFill>
              </a:rPr>
              <a:t> </a:t>
            </a:r>
            <a:r>
              <a:rPr lang="en-US" sz="3500" noProof="0" dirty="0" err="1">
                <a:solidFill>
                  <a:srgbClr val="FFFFFF"/>
                </a:solidFill>
              </a:rPr>
              <a:t>miesięczna</a:t>
            </a:r>
            <a:r>
              <a:rPr lang="en-US" sz="3500" noProof="0" dirty="0">
                <a:solidFill>
                  <a:srgbClr val="FFFFFF"/>
                </a:solidFill>
              </a:rPr>
              <a:t> </a:t>
            </a:r>
            <a:r>
              <a:rPr lang="en-US" sz="3500" noProof="0" dirty="0" err="1">
                <a:solidFill>
                  <a:srgbClr val="FFFFFF"/>
                </a:solidFill>
              </a:rPr>
              <a:t>wg</a:t>
            </a:r>
            <a:r>
              <a:rPr lang="en-US" sz="3500" noProof="0" dirty="0">
                <a:solidFill>
                  <a:srgbClr val="FFFFFF"/>
                </a:solidFill>
              </a:rPr>
              <a:t>. </a:t>
            </a:r>
            <a:r>
              <a:rPr lang="en-US" sz="3500" noProof="0" dirty="0" err="1">
                <a:solidFill>
                  <a:srgbClr val="FFFFFF"/>
                </a:solidFill>
              </a:rPr>
              <a:t>produktu</a:t>
            </a:r>
            <a:endParaRPr lang="en-US" sz="3500" noProof="0" dirty="0">
              <a:solidFill>
                <a:srgbClr val="FFFFFF"/>
              </a:solidFill>
            </a:endParaRPr>
          </a:p>
        </p:txBody>
      </p:sp>
      <p:pic>
        <p:nvPicPr>
          <p:cNvPr id="4" name="Obraz 3" descr="Obraz zawierający tekst, zrzut ekranu, diagram, Czcionka&#10;&#10;Zawartość wygenerowana przez AI może być niepoprawna.">
            <a:extLst>
              <a:ext uri="{FF2B5EF4-FFF2-40B4-BE49-F238E27FC236}">
                <a16:creationId xmlns:a16="http://schemas.microsoft.com/office/drawing/2014/main" id="{D871806A-044D-5EF5-E5B4-4C9F563C0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661062"/>
            <a:ext cx="9144000" cy="522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0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3B148-ABE5-33CF-EA57-244E21D8A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86000F7-064E-82E1-991C-F3B8E2502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DFF872-4963-4552-2302-0D644715F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B69AEA-C7B4-C42F-9585-33A31379C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7EB1CC-FE34-06D1-3A83-1BDBB38F9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C22E77-CEE8-950B-5243-CA432EAEA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noProof="0" dirty="0">
                <a:solidFill>
                  <a:srgbClr val="FFFFFF"/>
                </a:solidFill>
              </a:rPr>
              <a:t>Trend </a:t>
            </a:r>
            <a:r>
              <a:rPr lang="en-US" sz="3500" noProof="0" dirty="0" err="1">
                <a:solidFill>
                  <a:srgbClr val="FFFFFF"/>
                </a:solidFill>
              </a:rPr>
              <a:t>sprzedaży</a:t>
            </a:r>
            <a:r>
              <a:rPr lang="en-US" sz="3500" noProof="0" dirty="0">
                <a:solidFill>
                  <a:srgbClr val="FFFFFF"/>
                </a:solidFill>
              </a:rPr>
              <a:t> top 5 </a:t>
            </a:r>
            <a:r>
              <a:rPr lang="en-US" sz="3500" noProof="0" dirty="0" err="1">
                <a:solidFill>
                  <a:srgbClr val="FFFFFF"/>
                </a:solidFill>
              </a:rPr>
              <a:t>produktów</a:t>
            </a:r>
            <a:endParaRPr lang="en-US" sz="3500" noProof="0" dirty="0">
              <a:solidFill>
                <a:srgbClr val="FFFFFF"/>
              </a:solidFill>
            </a:endParaRPr>
          </a:p>
        </p:txBody>
      </p:sp>
      <p:pic>
        <p:nvPicPr>
          <p:cNvPr id="5" name="Obraz 4" descr="Obraz zawierający tekst, linia, diagram, Wykres&#10;&#10;Zawartość wygenerowana przez AI może być niepoprawna.">
            <a:extLst>
              <a:ext uri="{FF2B5EF4-FFF2-40B4-BE49-F238E27FC236}">
                <a16:creationId xmlns:a16="http://schemas.microsoft.com/office/drawing/2014/main" id="{C6A2E723-CDED-0DE8-29CB-82F4EE0D2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473532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39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noProof="0" dirty="0" err="1">
                <a:solidFill>
                  <a:srgbClr val="FFFFFF"/>
                </a:solidFill>
              </a:rPr>
              <a:t>Wartość</a:t>
            </a:r>
            <a:r>
              <a:rPr lang="en-US" sz="3500" noProof="0" dirty="0">
                <a:solidFill>
                  <a:srgbClr val="FFFFFF"/>
                </a:solidFill>
              </a:rPr>
              <a:t> </a:t>
            </a:r>
            <a:r>
              <a:rPr lang="en-US" sz="3500" noProof="0" dirty="0" err="1">
                <a:solidFill>
                  <a:srgbClr val="FFFFFF"/>
                </a:solidFill>
              </a:rPr>
              <a:t>dla</a:t>
            </a:r>
            <a:r>
              <a:rPr lang="en-US" sz="3500" noProof="0" dirty="0">
                <a:solidFill>
                  <a:srgbClr val="FFFFFF"/>
                </a:solidFill>
              </a:rPr>
              <a:t> </a:t>
            </a:r>
            <a:r>
              <a:rPr lang="en-US" sz="3500" noProof="0" dirty="0" err="1">
                <a:solidFill>
                  <a:srgbClr val="FFFFFF"/>
                </a:solidFill>
              </a:rPr>
              <a:t>firmy</a:t>
            </a:r>
            <a:endParaRPr lang="en-US" sz="3500" noProof="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1195CB-2CF6-7304-AD86-6DA67E1664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745861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noProof="0" dirty="0" err="1">
                <a:solidFill>
                  <a:srgbClr val="FFFFFF"/>
                </a:solidFill>
              </a:rPr>
              <a:t>Podsumowanie</a:t>
            </a:r>
            <a:endParaRPr lang="en-US" sz="3500" noProof="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AC2B8B-AF32-A3A0-F015-7EBEAC59C0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411686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6D77E-A283-5CCC-5DAB-4890EC3C4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3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D9DAF3-4FE3-4CF1-6F99-98A960E1D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825" y="735283"/>
            <a:ext cx="3733800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500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Dziękuję</a:t>
            </a:r>
            <a:r>
              <a:rPr lang="en-US" sz="45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za </a:t>
            </a:r>
            <a:r>
              <a:rPr lang="en-US" sz="4500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poświęcony</a:t>
            </a:r>
            <a:r>
              <a:rPr lang="en-US" sz="45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500" kern="1200" noProof="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czas</a:t>
            </a:r>
            <a:r>
              <a:rPr lang="en-US" sz="450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!</a:t>
            </a:r>
          </a:p>
        </p:txBody>
      </p:sp>
      <p:pic>
        <p:nvPicPr>
          <p:cNvPr id="19" name="Graphic 18" descr="Klepsydra z przesypanym piaskiem">
            <a:extLst>
              <a:ext uri="{FF2B5EF4-FFF2-40B4-BE49-F238E27FC236}">
                <a16:creationId xmlns:a16="http://schemas.microsoft.com/office/drawing/2014/main" id="{9FECEBB4-2869-16C9-98E2-CBF5849F2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61" y="2937750"/>
            <a:ext cx="966789" cy="966789"/>
          </a:xfrm>
          <a:prstGeom prst="rect">
            <a:avLst/>
          </a:prstGeom>
        </p:spPr>
      </p:pic>
      <p:pic>
        <p:nvPicPr>
          <p:cNvPr id="21" name="Graphic 20" descr="Klepsydra z przesypanym piaskiem">
            <a:extLst>
              <a:ext uri="{FF2B5EF4-FFF2-40B4-BE49-F238E27FC236}">
                <a16:creationId xmlns:a16="http://schemas.microsoft.com/office/drawing/2014/main" id="{3F0E4075-7F63-4B0E-A69D-166C4E00F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5861" y="1392825"/>
            <a:ext cx="4058507" cy="405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54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164</Words>
  <Application>Microsoft Office PowerPoint</Application>
  <PresentationFormat>Pokaz na ekranie (4:3)</PresentationFormat>
  <Paragraphs>48</Paragraphs>
  <Slides>14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Analiza Danych</vt:lpstr>
      <vt:lpstr>Cel projektu</vt:lpstr>
      <vt:lpstr>Zakres danych</vt:lpstr>
      <vt:lpstr>Zastosowane technologie</vt:lpstr>
      <vt:lpstr>Power Query</vt:lpstr>
      <vt:lpstr>T-SQL - Architektura Gwiazdy</vt:lpstr>
      <vt:lpstr>R-LANGUAGE</vt:lpstr>
      <vt:lpstr>KPI</vt:lpstr>
      <vt:lpstr>Sprzedaż miesięczna</vt:lpstr>
      <vt:lpstr>Sprzedaż miesięczna wg. produktu</vt:lpstr>
      <vt:lpstr>Trend sprzedaży top 5 produktów</vt:lpstr>
      <vt:lpstr>Wartość dla firmy</vt:lpstr>
      <vt:lpstr>Podsumowanie</vt:lpstr>
      <vt:lpstr>Dziękuję za poświęcony czas!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Bartosz Majka</cp:lastModifiedBy>
  <cp:revision>13</cp:revision>
  <dcterms:created xsi:type="dcterms:W3CDTF">2013-01-27T09:14:16Z</dcterms:created>
  <dcterms:modified xsi:type="dcterms:W3CDTF">2026-02-02T08:32:11Z</dcterms:modified>
  <cp:category/>
</cp:coreProperties>
</file>